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240" autoAdjust="0"/>
    <p:restoredTop sz="94743" autoAdjust="0"/>
  </p:normalViewPr>
  <p:slideViewPr>
    <p:cSldViewPr>
      <p:cViewPr>
        <p:scale>
          <a:sx n="150" d="100"/>
          <a:sy n="150" d="100"/>
        </p:scale>
        <p:origin x="-78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2D077-7F46-42C3-A11D-91FD8348B9D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3FA1F-4923-4D9B-AD9D-FB12146AA62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3FA1F-4923-4D9B-AD9D-FB12146AA622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78007-D0F0-4F34-9436-ED4D1762DD0D}" type="datetimeFigureOut">
              <a:rPr lang="ko-KR" altLang="en-US" smtClean="0"/>
              <a:pPr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0D64A-4924-4E20-B6E8-52B88F57EE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41649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인증 받은 사용자만 </a:t>
            </a:r>
            <a:r>
              <a:rPr lang="ko-KR" altLang="en-US" sz="1600" dirty="0" err="1" smtClean="0"/>
              <a:t>게시글을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작성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게시판</a:t>
            </a:r>
            <a:endParaRPr lang="en-US" altLang="ko-KR" sz="1600" dirty="0" smtClean="0"/>
          </a:p>
          <a:p>
            <a:r>
              <a:rPr lang="en-US" altLang="ko-KR" sz="1600" b="1" dirty="0" smtClean="0"/>
              <a:t>-</a:t>
            </a:r>
            <a:r>
              <a:rPr lang="ko-KR" altLang="en-US" sz="1600" b="1" dirty="0" err="1" smtClean="0"/>
              <a:t>게시글은</a:t>
            </a:r>
            <a:r>
              <a:rPr lang="ko-KR" altLang="en-US" sz="1600" b="1" dirty="0" smtClean="0"/>
              <a:t> 누구나 읽을 수 있음</a:t>
            </a:r>
            <a:endParaRPr lang="en-US" altLang="ko-KR" sz="1600" b="1" dirty="0" smtClean="0"/>
          </a:p>
          <a:p>
            <a:r>
              <a:rPr lang="en-US" altLang="ko-KR" sz="1600" b="1" dirty="0" smtClean="0"/>
              <a:t>-</a:t>
            </a:r>
            <a:r>
              <a:rPr lang="ko-KR" altLang="en-US" sz="1600" b="1" dirty="0" err="1" smtClean="0"/>
              <a:t>게시글작성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(</a:t>
            </a:r>
            <a:r>
              <a:rPr lang="ko-KR" altLang="en-US" sz="1600" b="1" dirty="0" err="1" smtClean="0"/>
              <a:t>인증받은</a:t>
            </a:r>
            <a:r>
              <a:rPr lang="ko-KR" altLang="en-US" sz="1600" b="1" dirty="0" smtClean="0"/>
              <a:t> 계정만</a:t>
            </a:r>
            <a:r>
              <a:rPr lang="en-US" altLang="ko-KR" sz="1600" b="1" dirty="0" smtClean="0"/>
              <a:t>) </a:t>
            </a:r>
            <a:endParaRPr lang="en-US" altLang="ko-KR" sz="1600" b="1" dirty="0" smtClean="0"/>
          </a:p>
          <a:p>
            <a:r>
              <a:rPr lang="en-US" altLang="ko-KR" sz="1600" b="1" dirty="0" smtClean="0"/>
              <a:t>-</a:t>
            </a:r>
            <a:r>
              <a:rPr lang="ko-KR" altLang="en-US" sz="1600" b="1" dirty="0" smtClean="0"/>
              <a:t>수정</a:t>
            </a:r>
            <a:r>
              <a:rPr lang="en-US" altLang="ko-KR" sz="1600" b="1" dirty="0" smtClean="0"/>
              <a:t>,</a:t>
            </a:r>
            <a:r>
              <a:rPr lang="ko-KR" altLang="en-US" sz="1600" b="1" dirty="0" smtClean="0"/>
              <a:t>삭제</a:t>
            </a:r>
            <a:r>
              <a:rPr lang="en-US" altLang="ko-KR" sz="1600" b="1" dirty="0" smtClean="0"/>
              <a:t> </a:t>
            </a:r>
            <a:r>
              <a:rPr lang="ko-KR" altLang="en-US" sz="1600" b="1" dirty="0" smtClean="0"/>
              <a:t>작성자 본인 쓴 글</a:t>
            </a:r>
            <a:endParaRPr lang="en-US" altLang="ko-KR" sz="1600" b="1" dirty="0" smtClean="0"/>
          </a:p>
          <a:p>
            <a:r>
              <a:rPr lang="en-US" altLang="ko-KR" sz="1600" b="1" dirty="0"/>
              <a:t> </a:t>
            </a:r>
            <a:endParaRPr lang="ko-KR" altLang="en-US" sz="1600" b="1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3610001"/>
            <a:ext cx="1661187" cy="1604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직선 연결선 8"/>
          <p:cNvCxnSpPr/>
          <p:nvPr/>
        </p:nvCxnSpPr>
        <p:spPr>
          <a:xfrm>
            <a:off x="652402" y="2752741"/>
            <a:ext cx="82868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652402" y="3465533"/>
            <a:ext cx="8286808" cy="1588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368" y="2609865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152368" y="3324245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1714480" y="303849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14" name="오른쪽 화살표 13"/>
          <p:cNvSpPr/>
          <p:nvPr/>
        </p:nvSpPr>
        <p:spPr>
          <a:xfrm>
            <a:off x="0" y="2967059"/>
            <a:ext cx="28575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2252679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1214414" y="2475746"/>
            <a:ext cx="10355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loginFrm.jsp</a:t>
            </a:r>
            <a:endParaRPr lang="ko-KR" altLang="en-US" sz="1200" dirty="0"/>
          </a:p>
        </p:txBody>
      </p:sp>
      <p:cxnSp>
        <p:nvCxnSpPr>
          <p:cNvPr id="17" name="직선 화살표 연결선 16"/>
          <p:cNvCxnSpPr/>
          <p:nvPr/>
        </p:nvCxnSpPr>
        <p:spPr>
          <a:xfrm rot="16200000" flipH="1">
            <a:off x="1393009" y="3217092"/>
            <a:ext cx="1071570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2181241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3071802" y="2466993"/>
            <a:ext cx="1557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loginFrmProcess.jsp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3143240" y="296705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cxnSp>
        <p:nvCxnSpPr>
          <p:cNvPr id="21" name="직선 화살표 연결선 20"/>
          <p:cNvCxnSpPr/>
          <p:nvPr/>
        </p:nvCxnSpPr>
        <p:spPr>
          <a:xfrm rot="5400000" flipH="1" flipV="1">
            <a:off x="2250264" y="3431409"/>
            <a:ext cx="1928830" cy="4286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86182" y="500042"/>
            <a:ext cx="6654835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아이디와 비밀번호를 </a:t>
            </a:r>
            <a:r>
              <a:rPr lang="en-US" altLang="ko-KR" sz="1200" dirty="0" smtClean="0"/>
              <a:t>web parameter</a:t>
            </a:r>
            <a:r>
              <a:rPr lang="ko-KR" altLang="en-US" sz="1200" dirty="0" smtClean="0"/>
              <a:t>로 받아서 </a:t>
            </a:r>
            <a:endParaRPr lang="en-US" altLang="ko-KR" sz="1200" dirty="0" smtClean="0"/>
          </a:p>
          <a:p>
            <a:r>
              <a:rPr lang="en-US" altLang="ko-KR" sz="1200" dirty="0" smtClean="0"/>
              <a:t>&lt;</a:t>
            </a:r>
            <a:r>
              <a:rPr lang="en-US" altLang="ko-KR" sz="1200" dirty="0" err="1" smtClean="0"/>
              <a:t>jsp:useBean</a:t>
            </a:r>
            <a:r>
              <a:rPr lang="en-US" altLang="ko-KR" sz="1200" dirty="0" smtClean="0"/>
              <a:t> id=“</a:t>
            </a:r>
            <a:r>
              <a:rPr lang="en-US" altLang="ko-KR" sz="1200" b="1" dirty="0" err="1" smtClean="0"/>
              <a:t>lDTO</a:t>
            </a:r>
            <a:r>
              <a:rPr lang="en-US" altLang="ko-KR" sz="1200" dirty="0" smtClean="0"/>
              <a:t>” class=“</a:t>
            </a:r>
            <a:r>
              <a:rPr lang="en-US" altLang="ko-KR" sz="1200" dirty="0" err="1" smtClean="0"/>
              <a:t>LoginDTO</a:t>
            </a:r>
            <a:r>
              <a:rPr lang="en-US" altLang="ko-KR" sz="1200" dirty="0" smtClean="0"/>
              <a:t>” scope=“page”/&gt;</a:t>
            </a:r>
          </a:p>
          <a:p>
            <a:r>
              <a:rPr lang="en-US" altLang="ko-KR" sz="1200" dirty="0" smtClean="0"/>
              <a:t>&lt;</a:t>
            </a:r>
            <a:r>
              <a:rPr lang="en-US" altLang="ko-KR" sz="1200" dirty="0" err="1" smtClean="0"/>
              <a:t>jsp:setProperty</a:t>
            </a:r>
            <a:r>
              <a:rPr lang="en-US" altLang="ko-KR" sz="1200" dirty="0" smtClean="0"/>
              <a:t> name=“</a:t>
            </a:r>
            <a:r>
              <a:rPr lang="en-US" altLang="ko-KR" sz="1200" dirty="0" err="1" smtClean="0"/>
              <a:t>lDTO</a:t>
            </a:r>
            <a:r>
              <a:rPr lang="en-US" altLang="ko-KR" sz="1200" dirty="0" smtClean="0"/>
              <a:t>” value=“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*</a:t>
            </a:r>
            <a:r>
              <a:rPr lang="en-US" altLang="ko-KR" sz="1200" dirty="0" smtClean="0"/>
              <a:t>”/&gt;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LoginService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ls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LoginService.getInstance</a:t>
            </a:r>
            <a:r>
              <a:rPr lang="en-US" altLang="ko-KR" sz="1200" dirty="0" smtClean="0"/>
              <a:t>();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WebMemberDTO</a:t>
            </a:r>
            <a:r>
              <a:rPr lang="en-US" altLang="ko-KR" sz="1200" dirty="0" smtClean="0"/>
              <a:t> </a:t>
            </a:r>
            <a:r>
              <a:rPr lang="en-US" altLang="ko-KR" sz="1200" b="1" dirty="0" err="1" smtClean="0"/>
              <a:t>wmDTO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ls.login</a:t>
            </a:r>
            <a:r>
              <a:rPr lang="en-US" altLang="ko-KR" sz="1200" dirty="0" smtClean="0"/>
              <a:t>( </a:t>
            </a:r>
            <a:r>
              <a:rPr lang="en-US" altLang="ko-KR" sz="1200" dirty="0" err="1" smtClean="0"/>
              <a:t>lDTO</a:t>
            </a:r>
            <a:r>
              <a:rPr lang="en-US" altLang="ko-KR" sz="1200" dirty="0" smtClean="0"/>
              <a:t> ); //</a:t>
            </a:r>
            <a:r>
              <a:rPr lang="ko-KR" altLang="en-US" sz="1200" dirty="0" err="1" smtClean="0"/>
              <a:t>평문인</a:t>
            </a:r>
            <a:r>
              <a:rPr lang="ko-KR" altLang="en-US" sz="1200" dirty="0" smtClean="0"/>
              <a:t> 비번을 </a:t>
            </a:r>
            <a:r>
              <a:rPr lang="ko-KR" altLang="en-US" sz="1200" dirty="0" err="1" smtClean="0"/>
              <a:t>일방향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Hash</a:t>
            </a:r>
            <a:r>
              <a:rPr lang="ko-KR" altLang="en-US" sz="1200" dirty="0" smtClean="0"/>
              <a:t>하여  비교한다</a:t>
            </a:r>
            <a:r>
              <a:rPr lang="en-US" altLang="ko-KR" sz="1200" dirty="0" smtClean="0"/>
              <a:t>. 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if( </a:t>
            </a:r>
            <a:r>
              <a:rPr lang="en-US" altLang="ko-KR" sz="1200" b="1" dirty="0" err="1" smtClean="0"/>
              <a:t>wmDTO</a:t>
            </a:r>
            <a:r>
              <a:rPr lang="en-US" altLang="ko-KR" sz="1200" b="1" dirty="0"/>
              <a:t> </a:t>
            </a:r>
            <a:r>
              <a:rPr lang="en-US" altLang="ko-KR" sz="1200" b="1" dirty="0" smtClean="0"/>
              <a:t>== null </a:t>
            </a:r>
            <a:r>
              <a:rPr lang="en-US" altLang="ko-KR" sz="1200" dirty="0" smtClean="0"/>
              <a:t>){ //</a:t>
            </a:r>
            <a:r>
              <a:rPr lang="ko-KR" altLang="en-US" sz="1200" dirty="0" smtClean="0"/>
              <a:t>아이디나 비번확인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}else{</a:t>
            </a:r>
          </a:p>
          <a:p>
            <a:r>
              <a:rPr lang="en-US" altLang="ko-KR" sz="1200" dirty="0" smtClean="0"/>
              <a:t>  //</a:t>
            </a:r>
            <a:r>
              <a:rPr lang="ko-KR" altLang="en-US" sz="1200" dirty="0" smtClean="0"/>
              <a:t>로그인 성공 </a:t>
            </a:r>
            <a:r>
              <a:rPr lang="en-US" altLang="ko-KR" sz="1200" dirty="0" smtClean="0"/>
              <a:t>&gt; session</a:t>
            </a:r>
            <a:r>
              <a:rPr lang="ko-KR" altLang="en-US" sz="1200" dirty="0" smtClean="0"/>
              <a:t>에 </a:t>
            </a:r>
            <a:r>
              <a:rPr lang="ko-KR" altLang="en-US" sz="1200" b="1" dirty="0" smtClean="0">
                <a:solidFill>
                  <a:schemeClr val="accent6">
                    <a:lumMod val="75000"/>
                  </a:schemeClr>
                </a:solidFill>
              </a:rPr>
              <a:t>자주사용될</a:t>
            </a:r>
            <a:r>
              <a:rPr lang="ko-KR" altLang="en-US" sz="1200" dirty="0" smtClean="0"/>
              <a:t> 값을 넣고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//main</a:t>
            </a:r>
            <a:r>
              <a:rPr lang="ko-KR" altLang="en-US" sz="1200" dirty="0" smtClean="0"/>
              <a:t>으로 이동</a:t>
            </a:r>
            <a:r>
              <a:rPr lang="en-US" altLang="ko-KR" sz="1200" dirty="0" smtClean="0"/>
              <a:t>.(redirect)</a:t>
            </a:r>
            <a:endParaRPr lang="en-US" altLang="ko-KR" sz="1200" dirty="0"/>
          </a:p>
          <a:p>
            <a:r>
              <a:rPr lang="en-US" altLang="ko-KR" sz="1200" dirty="0" smtClean="0"/>
              <a:t>}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</a:p>
          <a:p>
            <a:endParaRPr lang="ko-KR" altLang="en-US" sz="1200" dirty="0"/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5357818" y="2500306"/>
            <a:ext cx="1428760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16" y="2285992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6643702" y="2500306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</a:t>
            </a:r>
            <a:r>
              <a:rPr lang="en-US" altLang="ko-KR" sz="1200" dirty="0" smtClean="0"/>
              <a:t>ndex.jsp</a:t>
            </a:r>
            <a:endParaRPr lang="ko-KR" alt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643570" y="292893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7365705" y="306138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1857356" y="423091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아이디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1857356" y="4467257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비번 </a:t>
            </a:r>
            <a:r>
              <a:rPr lang="en-US" altLang="ko-KR" sz="1400" dirty="0" smtClean="0"/>
              <a:t>1234</a:t>
            </a:r>
            <a:endParaRPr lang="ko-KR" altLang="en-US" sz="1400" dirty="0"/>
          </a:p>
        </p:txBody>
      </p:sp>
      <p:sp>
        <p:nvSpPr>
          <p:cNvPr id="30" name="폭발 2 29"/>
          <p:cNvSpPr/>
          <p:nvPr/>
        </p:nvSpPr>
        <p:spPr>
          <a:xfrm>
            <a:off x="2786050" y="4681571"/>
            <a:ext cx="357190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>
            <a:stCxn id="18" idx="0"/>
          </p:cNvCxnSpPr>
          <p:nvPr/>
        </p:nvCxnSpPr>
        <p:spPr>
          <a:xfrm rot="5400000" flipH="1" flipV="1">
            <a:off x="2927723" y="1251345"/>
            <a:ext cx="1466885" cy="3929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 rot="16200000" flipH="1">
            <a:off x="3321835" y="2821777"/>
            <a:ext cx="200026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71934" y="3000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929058" y="3857628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/>
              <a:t>아이디나 비번을 확인</a:t>
            </a:r>
            <a:endParaRPr lang="ko-KR" altLang="en-US" sz="1200" dirty="0"/>
          </a:p>
        </p:txBody>
      </p:sp>
      <p:cxnSp>
        <p:nvCxnSpPr>
          <p:cNvPr id="37" name="직선 화살표 연결선 36"/>
          <p:cNvCxnSpPr/>
          <p:nvPr/>
        </p:nvCxnSpPr>
        <p:spPr>
          <a:xfrm rot="16200000" flipH="1">
            <a:off x="4321967" y="2464587"/>
            <a:ext cx="1285884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929190" y="30003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cxnSp>
        <p:nvCxnSpPr>
          <p:cNvPr id="39" name="직선 화살표 연결선 38"/>
          <p:cNvCxnSpPr>
            <a:stCxn id="25" idx="2"/>
          </p:cNvCxnSpPr>
          <p:nvPr/>
        </p:nvCxnSpPr>
        <p:spPr>
          <a:xfrm rot="16200000" flipH="1">
            <a:off x="6587344" y="3229765"/>
            <a:ext cx="1008885" cy="103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 flipV="1">
            <a:off x="7286644" y="2000240"/>
            <a:ext cx="57150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858148" y="1785926"/>
            <a:ext cx="2209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세션에 아이디가 있다면</a:t>
            </a:r>
            <a:endParaRPr lang="en-US" altLang="ko-KR" sz="1200" dirty="0" smtClean="0"/>
          </a:p>
          <a:p>
            <a:r>
              <a:rPr lang="ko-KR" altLang="en-US" sz="1200" dirty="0" err="1" smtClean="0"/>
              <a:t>로그인을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&gt;&gt;&gt; </a:t>
            </a:r>
            <a:r>
              <a:rPr lang="ko-KR" altLang="en-US" sz="1200" dirty="0" smtClean="0"/>
              <a:t>로그 아웃으로</a:t>
            </a:r>
            <a:endParaRPr lang="en-US" altLang="ko-KR" sz="1200" dirty="0" smtClean="0"/>
          </a:p>
          <a:p>
            <a:r>
              <a:rPr lang="ko-KR" altLang="en-US" sz="1200" dirty="0" smtClean="0"/>
              <a:t>변경 </a:t>
            </a:r>
            <a:endParaRPr lang="en-US" altLang="ko-KR" sz="1200" dirty="0" smtClean="0"/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5286380" y="857232"/>
            <a:ext cx="1214446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자유형 45"/>
          <p:cNvSpPr/>
          <p:nvPr/>
        </p:nvSpPr>
        <p:spPr>
          <a:xfrm>
            <a:off x="5607050" y="1431928"/>
            <a:ext cx="482600" cy="107950"/>
          </a:xfrm>
          <a:custGeom>
            <a:avLst/>
            <a:gdLst>
              <a:gd name="connsiteX0" fmla="*/ 482600 w 482600"/>
              <a:gd name="connsiteY0" fmla="*/ 44450 h 107950"/>
              <a:gd name="connsiteX1" fmla="*/ 419100 w 482600"/>
              <a:gd name="connsiteY1" fmla="*/ 82550 h 107950"/>
              <a:gd name="connsiteX2" fmla="*/ 355600 w 482600"/>
              <a:gd name="connsiteY2" fmla="*/ 101600 h 107950"/>
              <a:gd name="connsiteX3" fmla="*/ 323850 w 482600"/>
              <a:gd name="connsiteY3" fmla="*/ 107950 h 107950"/>
              <a:gd name="connsiteX4" fmla="*/ 196850 w 482600"/>
              <a:gd name="connsiteY4" fmla="*/ 95250 h 107950"/>
              <a:gd name="connsiteX5" fmla="*/ 133350 w 482600"/>
              <a:gd name="connsiteY5" fmla="*/ 76200 h 107950"/>
              <a:gd name="connsiteX6" fmla="*/ 95250 w 482600"/>
              <a:gd name="connsiteY6" fmla="*/ 63500 h 107950"/>
              <a:gd name="connsiteX7" fmla="*/ 76200 w 482600"/>
              <a:gd name="connsiteY7" fmla="*/ 57150 h 107950"/>
              <a:gd name="connsiteX8" fmla="*/ 57150 w 482600"/>
              <a:gd name="connsiteY8" fmla="*/ 50800 h 107950"/>
              <a:gd name="connsiteX9" fmla="*/ 19050 w 482600"/>
              <a:gd name="connsiteY9" fmla="*/ 31750 h 107950"/>
              <a:gd name="connsiteX10" fmla="*/ 0 w 482600"/>
              <a:gd name="connsiteY10" fmla="*/ 0 h 10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2600" h="107950">
                <a:moveTo>
                  <a:pt x="482600" y="44450"/>
                </a:moveTo>
                <a:cubicBezTo>
                  <a:pt x="460237" y="59358"/>
                  <a:pt x="443508" y="72787"/>
                  <a:pt x="419100" y="82550"/>
                </a:cubicBezTo>
                <a:cubicBezTo>
                  <a:pt x="399313" y="90465"/>
                  <a:pt x="376651" y="96922"/>
                  <a:pt x="355600" y="101600"/>
                </a:cubicBezTo>
                <a:cubicBezTo>
                  <a:pt x="345064" y="103941"/>
                  <a:pt x="334433" y="105833"/>
                  <a:pt x="323850" y="107950"/>
                </a:cubicBezTo>
                <a:cubicBezTo>
                  <a:pt x="275531" y="104233"/>
                  <a:pt x="241963" y="103452"/>
                  <a:pt x="196850" y="95250"/>
                </a:cubicBezTo>
                <a:cubicBezTo>
                  <a:pt x="175737" y="91411"/>
                  <a:pt x="153232" y="82827"/>
                  <a:pt x="133350" y="76200"/>
                </a:cubicBezTo>
                <a:lnTo>
                  <a:pt x="95250" y="63500"/>
                </a:lnTo>
                <a:lnTo>
                  <a:pt x="76200" y="57150"/>
                </a:lnTo>
                <a:cubicBezTo>
                  <a:pt x="69850" y="55033"/>
                  <a:pt x="62719" y="54513"/>
                  <a:pt x="57150" y="50800"/>
                </a:cubicBezTo>
                <a:cubicBezTo>
                  <a:pt x="32531" y="34387"/>
                  <a:pt x="45340" y="40513"/>
                  <a:pt x="19050" y="31750"/>
                </a:cubicBezTo>
                <a:cubicBezTo>
                  <a:pt x="3725" y="8762"/>
                  <a:pt x="9763" y="19526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5857884" y="1428736"/>
            <a:ext cx="20762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smtClean="0"/>
              <a:t>여러 페이지에서 </a:t>
            </a:r>
            <a:r>
              <a:rPr lang="ko-KR" altLang="en-US" sz="900" b="1" dirty="0" err="1" smtClean="0">
                <a:solidFill>
                  <a:schemeClr val="accent6">
                    <a:lumMod val="75000"/>
                  </a:schemeClr>
                </a:solidFill>
              </a:rPr>
              <a:t>자주사용될</a:t>
            </a:r>
            <a:r>
              <a:rPr lang="ko-KR" altLang="en-US" sz="900" b="1" dirty="0" smtClean="0"/>
              <a:t> 값 반환</a:t>
            </a:r>
            <a:endParaRPr lang="ko-KR" altLang="en-US" sz="900" b="1" dirty="0"/>
          </a:p>
        </p:txBody>
      </p:sp>
      <p:cxnSp>
        <p:nvCxnSpPr>
          <p:cNvPr id="48" name="직선 화살표 연결선 47"/>
          <p:cNvCxnSpPr/>
          <p:nvPr/>
        </p:nvCxnSpPr>
        <p:spPr>
          <a:xfrm>
            <a:off x="5429256" y="1428736"/>
            <a:ext cx="785818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>
            <a:off x="7358082" y="1571612"/>
            <a:ext cx="128588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00760" y="3857628"/>
            <a:ext cx="2571768" cy="99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2" name="폭발 2 51"/>
          <p:cNvSpPr/>
          <p:nvPr/>
        </p:nvSpPr>
        <p:spPr>
          <a:xfrm>
            <a:off x="6357950" y="457200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/>
          <p:cNvCxnSpPr>
            <a:stCxn id="52" idx="0"/>
          </p:cNvCxnSpPr>
          <p:nvPr/>
        </p:nvCxnSpPr>
        <p:spPr>
          <a:xfrm rot="5400000" flipH="1" flipV="1">
            <a:off x="6614253" y="2483340"/>
            <a:ext cx="1941308" cy="22609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rot="5400000">
            <a:off x="7536677" y="1178703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65705" y="928670"/>
            <a:ext cx="4924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1234</a:t>
            </a:r>
            <a:endParaRPr lang="ko-KR" altLang="en-US" sz="1100" dirty="0"/>
          </a:p>
        </p:txBody>
      </p:sp>
      <p:cxnSp>
        <p:nvCxnSpPr>
          <p:cNvPr id="55" name="직선 화살표 연결선 54"/>
          <p:cNvCxnSpPr/>
          <p:nvPr/>
        </p:nvCxnSpPr>
        <p:spPr>
          <a:xfrm rot="5400000">
            <a:off x="8536809" y="1178703"/>
            <a:ext cx="14287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072462" y="928670"/>
            <a:ext cx="2364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cRDtpNCeBiql5KOQsKVyrA0sAiA=</a:t>
            </a:r>
            <a:endParaRPr lang="ko-KR" altLang="en-US" sz="1100" dirty="0"/>
          </a:p>
        </p:txBody>
      </p:sp>
      <p:sp>
        <p:nvSpPr>
          <p:cNvPr id="57" name="오른쪽 화살표 56"/>
          <p:cNvSpPr/>
          <p:nvPr/>
        </p:nvSpPr>
        <p:spPr>
          <a:xfrm>
            <a:off x="7839098" y="1027096"/>
            <a:ext cx="285752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4857760"/>
            <a:ext cx="3484462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42844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71414"/>
            <a:ext cx="3750154" cy="2281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연결선 5"/>
          <p:cNvCxnSpPr/>
          <p:nvPr/>
        </p:nvCxnSpPr>
        <p:spPr>
          <a:xfrm>
            <a:off x="652402" y="3500434"/>
            <a:ext cx="82868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652402" y="4213226"/>
            <a:ext cx="8286808" cy="1588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2368" y="3357558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52368" y="4071938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sp>
        <p:nvSpPr>
          <p:cNvPr id="11" name="오른쪽 화살표 10"/>
          <p:cNvSpPr/>
          <p:nvPr/>
        </p:nvSpPr>
        <p:spPr>
          <a:xfrm>
            <a:off x="0" y="3714752"/>
            <a:ext cx="28575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5357818" y="3247999"/>
            <a:ext cx="1428760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16" y="3033685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6643702" y="3247999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</a:t>
            </a:r>
            <a:r>
              <a:rPr lang="en-US" altLang="ko-KR" sz="1200" dirty="0" smtClean="0"/>
              <a:t>ndex.jsp</a:t>
            </a:r>
            <a:endParaRPr lang="ko-KR" alt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1428728" y="364331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7365705" y="380907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2357422" y="378619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cxnSp>
        <p:nvCxnSpPr>
          <p:cNvPr id="31" name="직선 화살표 연결선 30"/>
          <p:cNvCxnSpPr>
            <a:stCxn id="21" idx="2"/>
          </p:cNvCxnSpPr>
          <p:nvPr/>
        </p:nvCxnSpPr>
        <p:spPr>
          <a:xfrm rot="16200000" flipH="1">
            <a:off x="6587344" y="3977458"/>
            <a:ext cx="1008885" cy="1039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4500570"/>
            <a:ext cx="2571768" cy="99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폭발 2 32"/>
          <p:cNvSpPr/>
          <p:nvPr/>
        </p:nvSpPr>
        <p:spPr>
          <a:xfrm>
            <a:off x="689325" y="5143511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/>
          <p:cNvCxnSpPr>
            <a:stCxn id="33" idx="0"/>
          </p:cNvCxnSpPr>
          <p:nvPr/>
        </p:nvCxnSpPr>
        <p:spPr>
          <a:xfrm rot="5400000" flipH="1" flipV="1">
            <a:off x="422357" y="3649554"/>
            <a:ext cx="1869868" cy="11430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794" y="2857496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1857356" y="3143248"/>
            <a:ext cx="1058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boardList.jsp</a:t>
            </a:r>
            <a:endParaRPr lang="ko-KR" altLang="en-US" sz="1200" dirty="0"/>
          </a:p>
        </p:txBody>
      </p:sp>
      <p:cxnSp>
        <p:nvCxnSpPr>
          <p:cNvPr id="39" name="직선 화살표 연결선 38"/>
          <p:cNvCxnSpPr/>
          <p:nvPr/>
        </p:nvCxnSpPr>
        <p:spPr>
          <a:xfrm rot="16200000" flipH="1">
            <a:off x="1964513" y="3679033"/>
            <a:ext cx="1643074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285984" y="2357430"/>
            <a:ext cx="2792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 table</a:t>
            </a:r>
            <a:r>
              <a:rPr lang="ko-KR" altLang="en-US" sz="1200" dirty="0" smtClean="0"/>
              <a:t>에서 레코드를 조회</a:t>
            </a:r>
            <a:endParaRPr lang="en-US" altLang="ko-KR" sz="1200" dirty="0"/>
          </a:p>
          <a:p>
            <a:r>
              <a:rPr lang="ko-KR" altLang="en-US" sz="1200" dirty="0" smtClean="0"/>
              <a:t>다음 장</a:t>
            </a:r>
            <a:r>
              <a:rPr lang="en-US" altLang="ko-KR" sz="1200" dirty="0" smtClean="0"/>
              <a:t>(3</a:t>
            </a:r>
            <a:r>
              <a:rPr lang="ko-KR" altLang="en-US" sz="1200" dirty="0" smtClean="0"/>
              <a:t>장</a:t>
            </a:r>
            <a:r>
              <a:rPr lang="en-US" altLang="ko-KR" sz="1200" dirty="0" smtClean="0"/>
              <a:t>). 1~6</a:t>
            </a:r>
            <a:r>
              <a:rPr lang="ko-KR" altLang="en-US" sz="1200" dirty="0" smtClean="0"/>
              <a:t>단계로 </a:t>
            </a:r>
            <a:r>
              <a:rPr lang="ko-KR" altLang="en-US" sz="1200" dirty="0" err="1" smtClean="0"/>
              <a:t>게시글</a:t>
            </a:r>
            <a:r>
              <a:rPr lang="ko-KR" altLang="en-US" sz="1200" dirty="0" smtClean="0"/>
              <a:t> 검색</a:t>
            </a:r>
            <a:endParaRPr lang="en-US" altLang="ko-KR" sz="1200" dirty="0" smtClean="0"/>
          </a:p>
          <a:p>
            <a:endParaRPr lang="ko-KR" alt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71414"/>
            <a:ext cx="4257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*List</a:t>
            </a:r>
            <a:r>
              <a:rPr lang="ko-KR" altLang="en-US" sz="1200" dirty="0" smtClean="0"/>
              <a:t>만들기</a:t>
            </a:r>
            <a:r>
              <a:rPr lang="en-US" altLang="ko-KR" sz="1200" dirty="0" smtClean="0"/>
              <a:t>- </a:t>
            </a:r>
            <a:r>
              <a:rPr lang="ko-KR" altLang="en-US" sz="1200" dirty="0" smtClean="0"/>
              <a:t>많은 양의 레코드를 분할하여 보여주기 위해서</a:t>
            </a:r>
            <a:endParaRPr lang="ko-KR" altLang="en-US" sz="12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428604"/>
            <a:ext cx="4214842" cy="2154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357166"/>
            <a:ext cx="4180176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2" y="1285860"/>
            <a:ext cx="4143404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직선 화살표 연결선 7"/>
          <p:cNvCxnSpPr>
            <a:endCxn id="3076" idx="1"/>
          </p:cNvCxnSpPr>
          <p:nvPr/>
        </p:nvCxnSpPr>
        <p:spPr>
          <a:xfrm flipV="1">
            <a:off x="4214810" y="678637"/>
            <a:ext cx="642942" cy="4643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06" y="2714620"/>
            <a:ext cx="4512326" cy="3600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1.</a:t>
            </a:r>
            <a:r>
              <a:rPr lang="ko-KR" altLang="en-US" sz="1200" dirty="0" smtClean="0"/>
              <a:t>총 레코드 수 구하기</a:t>
            </a:r>
            <a:endParaRPr lang="en-US" altLang="ko-KR" sz="1200" dirty="0" smtClean="0"/>
          </a:p>
          <a:p>
            <a:r>
              <a:rPr lang="en-US" altLang="ko-KR" sz="1200" dirty="0" smtClean="0"/>
              <a:t> 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totalCnt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rs.getInt</a:t>
            </a:r>
            <a:r>
              <a:rPr lang="en-US" altLang="ko-KR" sz="1200" dirty="0" smtClean="0"/>
              <a:t>(“</a:t>
            </a:r>
            <a:r>
              <a:rPr lang="en-US" altLang="ko-KR" sz="1200" dirty="0" err="1" smtClean="0"/>
              <a:t>cnt</a:t>
            </a:r>
            <a:r>
              <a:rPr lang="en-US" altLang="ko-KR" sz="1200" dirty="0" smtClean="0"/>
              <a:t>”); //31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2.</a:t>
            </a:r>
            <a:r>
              <a:rPr lang="ko-KR" altLang="en-US" sz="1200" dirty="0" smtClean="0"/>
              <a:t>한 화면에 보여줄 게시물 수</a:t>
            </a:r>
            <a:endParaRPr lang="en-US" altLang="ko-KR" sz="1200" dirty="0" smtClean="0"/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pageScale</a:t>
            </a:r>
            <a:r>
              <a:rPr lang="en-US" altLang="ko-KR" sz="1200" dirty="0" smtClean="0"/>
              <a:t>=10;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3.</a:t>
            </a:r>
            <a:r>
              <a:rPr lang="ko-KR" altLang="en-US" sz="1200" dirty="0" smtClean="0"/>
              <a:t>총 페이지 수</a:t>
            </a:r>
            <a:endParaRPr lang="en-US" altLang="ko-KR" sz="1200" dirty="0" smtClean="0"/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totalPage</a:t>
            </a:r>
            <a:r>
              <a:rPr lang="en-US" altLang="ko-KR" sz="1200" dirty="0" smtClean="0"/>
              <a:t>=0;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//31</a:t>
            </a:r>
            <a:r>
              <a:rPr lang="ko-KR" altLang="en-US" sz="1200" dirty="0" smtClean="0"/>
              <a:t>건을 </a:t>
            </a:r>
            <a:r>
              <a:rPr lang="en-US" altLang="ko-KR" sz="1200" dirty="0" smtClean="0"/>
              <a:t>10</a:t>
            </a:r>
            <a:r>
              <a:rPr lang="ko-KR" altLang="en-US" sz="1200" dirty="0" smtClean="0"/>
              <a:t>개씩 </a:t>
            </a:r>
            <a:r>
              <a:rPr lang="ko-KR" altLang="en-US" sz="1200" dirty="0" err="1" smtClean="0"/>
              <a:t>보여줄려면</a:t>
            </a:r>
            <a:r>
              <a:rPr lang="ko-KR" altLang="en-US" sz="1200" dirty="0" smtClean="0"/>
              <a:t> 총 </a:t>
            </a:r>
            <a:r>
              <a:rPr lang="en-US" altLang="ko-KR" sz="1200" dirty="0" smtClean="0"/>
              <a:t>4</a:t>
            </a:r>
            <a:r>
              <a:rPr lang="ko-KR" altLang="en-US" sz="1200" dirty="0" smtClean="0"/>
              <a:t>페이지가 필요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remain=</a:t>
            </a:r>
            <a:r>
              <a:rPr lang="en-US" altLang="ko-KR" sz="1200" dirty="0" err="1" smtClean="0"/>
              <a:t>totalCnt</a:t>
            </a:r>
            <a:r>
              <a:rPr lang="en-US" altLang="ko-KR" sz="1200" dirty="0" smtClean="0"/>
              <a:t> % </a:t>
            </a:r>
            <a:r>
              <a:rPr lang="en-US" altLang="ko-KR" sz="1200" dirty="0" err="1" smtClean="0"/>
              <a:t>pageScale</a:t>
            </a:r>
            <a:r>
              <a:rPr lang="en-US" altLang="ko-KR" sz="1200" dirty="0" smtClean="0"/>
              <a:t>;</a:t>
            </a:r>
          </a:p>
          <a:p>
            <a:r>
              <a:rPr lang="en-US" altLang="ko-KR" sz="1200" dirty="0" smtClean="0"/>
              <a:t>if( remain != 0 ){// </a:t>
            </a:r>
            <a:r>
              <a:rPr lang="ko-KR" altLang="en-US" sz="1200" dirty="0" smtClean="0"/>
              <a:t>딱 떨어지지 않으면</a:t>
            </a:r>
            <a:r>
              <a:rPr lang="en-US" altLang="ko-KR" sz="1200" dirty="0" smtClean="0"/>
              <a:t>( 10,20,30~)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totalPage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totalCount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pageScale</a:t>
            </a:r>
            <a:r>
              <a:rPr lang="en-US" altLang="ko-KR" sz="1200" dirty="0" smtClean="0"/>
              <a:t> +1;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//</a:t>
            </a:r>
            <a:r>
              <a:rPr lang="ko-KR" altLang="en-US" sz="1200" dirty="0" smtClean="0"/>
              <a:t>정수 </a:t>
            </a:r>
            <a:r>
              <a:rPr lang="en-US" altLang="ko-KR" sz="1200" dirty="0" smtClean="0"/>
              <a:t>/ </a:t>
            </a:r>
            <a:r>
              <a:rPr lang="ko-KR" altLang="en-US" sz="1200" dirty="0" smtClean="0"/>
              <a:t>정수</a:t>
            </a:r>
            <a:r>
              <a:rPr lang="en-US" altLang="ko-KR" sz="1200" dirty="0" smtClean="0"/>
              <a:t>= </a:t>
            </a:r>
            <a:r>
              <a:rPr lang="ko-KR" altLang="en-US" sz="1200" dirty="0" smtClean="0"/>
              <a:t>정수</a:t>
            </a:r>
            <a:endParaRPr lang="en-US" altLang="ko-KR" sz="1200" dirty="0" smtClean="0"/>
          </a:p>
          <a:p>
            <a:r>
              <a:rPr lang="en-US" altLang="ko-KR" sz="1200" dirty="0" smtClean="0"/>
              <a:t>}else{</a:t>
            </a:r>
          </a:p>
          <a:p>
            <a:r>
              <a:rPr lang="en-US" altLang="ko-KR" sz="1200" dirty="0" smtClean="0"/>
              <a:t>  </a:t>
            </a:r>
            <a:r>
              <a:rPr lang="en-US" altLang="ko-KR" sz="1200" dirty="0" err="1" smtClean="0"/>
              <a:t>totalPage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totalCount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pageScale</a:t>
            </a:r>
            <a:r>
              <a:rPr lang="en-US" altLang="ko-KR" sz="1200" dirty="0" smtClean="0"/>
              <a:t>;</a:t>
            </a:r>
          </a:p>
          <a:p>
            <a:r>
              <a:rPr lang="en-US" altLang="ko-KR" sz="1200" dirty="0" smtClean="0"/>
              <a:t>}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totalPage</a:t>
            </a:r>
            <a:r>
              <a:rPr lang="en-US" altLang="ko-KR" sz="1200" dirty="0" smtClean="0"/>
              <a:t>=(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)</a:t>
            </a:r>
            <a:r>
              <a:rPr lang="en-US" altLang="ko-KR" sz="1200" dirty="0" err="1" smtClean="0"/>
              <a:t>Math.ceil</a:t>
            </a:r>
            <a:r>
              <a:rPr lang="en-US" altLang="ko-KR" sz="1200" dirty="0" smtClean="0"/>
              <a:t>( (double)</a:t>
            </a:r>
            <a:r>
              <a:rPr lang="en-US" altLang="ko-KR" sz="1200" dirty="0" err="1" smtClean="0"/>
              <a:t>totalCount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pageScale</a:t>
            </a:r>
            <a:r>
              <a:rPr lang="en-US" altLang="ko-KR" sz="1200" dirty="0" smtClean="0"/>
              <a:t> );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4429124" y="2857496"/>
            <a:ext cx="498027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4.</a:t>
            </a:r>
            <a:r>
              <a:rPr lang="ko-KR" altLang="en-US" sz="1200" dirty="0" smtClean="0"/>
              <a:t>시작번호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[1][2][3][4] =&gt; &lt;a </a:t>
            </a:r>
            <a:r>
              <a:rPr lang="en-US" altLang="ko-KR" sz="1200" dirty="0" err="1" smtClean="0"/>
              <a:t>href</a:t>
            </a:r>
            <a:r>
              <a:rPr lang="en-US" altLang="ko-KR" sz="1200" dirty="0" smtClean="0"/>
              <a:t>=“</a:t>
            </a:r>
            <a:r>
              <a:rPr lang="en-US" altLang="ko-KR" sz="1200" dirty="0" err="1" smtClean="0"/>
              <a:t>list.jsp?currentPage</a:t>
            </a:r>
            <a:r>
              <a:rPr lang="en-US" altLang="ko-KR" sz="1200" dirty="0" smtClean="0"/>
              <a:t>=1”&gt;1&lt;/a&gt;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String </a:t>
            </a:r>
            <a:r>
              <a:rPr lang="en-US" altLang="ko-KR" sz="1200" dirty="0" err="1" smtClean="0"/>
              <a:t>tempPage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request.getParameter</a:t>
            </a:r>
            <a:r>
              <a:rPr lang="en-US" altLang="ko-KR" sz="1200" dirty="0" smtClean="0"/>
              <a:t>(“</a:t>
            </a:r>
            <a:r>
              <a:rPr lang="en-US" altLang="ko-KR" sz="1200" dirty="0" err="1" smtClean="0"/>
              <a:t>currentPage</a:t>
            </a:r>
            <a:r>
              <a:rPr lang="en-US" altLang="ko-KR" sz="1200" dirty="0" smtClean="0"/>
              <a:t>”);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currentPage</a:t>
            </a:r>
            <a:r>
              <a:rPr lang="en-US" altLang="ko-KR" sz="1200" dirty="0" smtClean="0"/>
              <a:t>=1;</a:t>
            </a:r>
          </a:p>
          <a:p>
            <a:r>
              <a:rPr lang="en-US" altLang="ko-KR" sz="1200" dirty="0" smtClean="0"/>
              <a:t>if( </a:t>
            </a:r>
            <a:r>
              <a:rPr lang="en-US" altLang="ko-KR" sz="1200" dirty="0" err="1" smtClean="0"/>
              <a:t>tempPage</a:t>
            </a:r>
            <a:r>
              <a:rPr lang="en-US" altLang="ko-KR" sz="1200" dirty="0" smtClean="0"/>
              <a:t> != null){//pagination</a:t>
            </a:r>
            <a:r>
              <a:rPr lang="ko-KR" altLang="en-US" sz="1200" dirty="0" smtClean="0"/>
              <a:t>을 클릭하여 값이 있는 경우</a:t>
            </a:r>
            <a:endParaRPr lang="en-US" altLang="ko-KR" sz="1200" dirty="0" smtClean="0"/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currentPage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Integer.parseInt</a:t>
            </a:r>
            <a:r>
              <a:rPr lang="en-US" altLang="ko-KR" sz="1200" dirty="0" smtClean="0"/>
              <a:t>( </a:t>
            </a:r>
            <a:r>
              <a:rPr lang="en-US" altLang="ko-KR" sz="1200" dirty="0" err="1" smtClean="0"/>
              <a:t>tempPage</a:t>
            </a:r>
            <a:r>
              <a:rPr lang="en-US" altLang="ko-KR" sz="1200" dirty="0" smtClean="0"/>
              <a:t> );</a:t>
            </a:r>
            <a:endParaRPr lang="en-US" altLang="ko-KR" sz="1200" dirty="0"/>
          </a:p>
          <a:p>
            <a:r>
              <a:rPr lang="en-US" altLang="ko-KR" sz="1200" dirty="0" smtClean="0"/>
              <a:t>}</a:t>
            </a:r>
            <a:endParaRPr lang="en-US" altLang="ko-KR" sz="1200" dirty="0"/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startNum</a:t>
            </a:r>
            <a:r>
              <a:rPr lang="en-US" altLang="ko-KR" sz="1200" dirty="0" smtClean="0"/>
              <a:t>=1; //</a:t>
            </a:r>
            <a:r>
              <a:rPr lang="en-US" altLang="ko-KR" sz="1200" dirty="0" err="1" smtClean="0"/>
              <a:t>pagenation</a:t>
            </a:r>
            <a:r>
              <a:rPr lang="ko-KR" altLang="en-US" sz="1200" dirty="0" smtClean="0"/>
              <a:t>을 클릭하면 해당페이지의 번호로설정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 //</a:t>
            </a:r>
            <a:r>
              <a:rPr lang="en-US" altLang="ko-KR" sz="1200" b="1" dirty="0" smtClean="0"/>
              <a:t>1</a:t>
            </a:r>
            <a:r>
              <a:rPr lang="ko-KR" altLang="en-US" sz="1200" dirty="0" smtClean="0"/>
              <a:t>페이지 </a:t>
            </a:r>
            <a:r>
              <a:rPr lang="en-US" altLang="ko-KR" sz="1200" dirty="0" smtClean="0"/>
              <a:t>– 1, </a:t>
            </a:r>
            <a:r>
              <a:rPr lang="en-US" altLang="ko-KR" sz="1200" b="1" dirty="0" smtClean="0"/>
              <a:t>2</a:t>
            </a:r>
            <a:r>
              <a:rPr lang="ko-KR" altLang="en-US" sz="1200" dirty="0" smtClean="0"/>
              <a:t>페이지 </a:t>
            </a:r>
            <a:r>
              <a:rPr lang="en-US" altLang="ko-KR" sz="1200" dirty="0" smtClean="0"/>
              <a:t>– 11,</a:t>
            </a:r>
            <a:r>
              <a:rPr lang="ko-KR" altLang="en-US" sz="1200" dirty="0"/>
              <a:t> </a:t>
            </a:r>
            <a:r>
              <a:rPr lang="en-US" altLang="ko-KR" sz="1200" b="1" dirty="0" smtClean="0"/>
              <a:t>3</a:t>
            </a:r>
            <a:r>
              <a:rPr lang="ko-KR" altLang="en-US" sz="1200" dirty="0" smtClean="0"/>
              <a:t>페이지 </a:t>
            </a:r>
            <a:r>
              <a:rPr lang="en-US" altLang="ko-KR" sz="1200" dirty="0" smtClean="0"/>
              <a:t>- 21, </a:t>
            </a:r>
            <a:r>
              <a:rPr lang="en-US" altLang="ko-KR" sz="1200" b="1" dirty="0" smtClean="0"/>
              <a:t>4</a:t>
            </a:r>
            <a:r>
              <a:rPr lang="ko-KR" altLang="en-US" sz="1200" dirty="0" smtClean="0"/>
              <a:t>페이지 </a:t>
            </a:r>
            <a:r>
              <a:rPr lang="en-US" altLang="ko-KR" sz="1200" dirty="0" smtClean="0"/>
              <a:t>-31</a:t>
            </a:r>
          </a:p>
          <a:p>
            <a:r>
              <a:rPr lang="en-US" altLang="ko-KR" sz="1200" dirty="0" err="1" smtClean="0"/>
              <a:t>startNum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currentPage</a:t>
            </a:r>
            <a:r>
              <a:rPr lang="en-US" altLang="ko-KR" sz="1200" dirty="0" smtClean="0"/>
              <a:t> * pageScale-pageScale+1;</a:t>
            </a:r>
          </a:p>
          <a:p>
            <a:endParaRPr lang="en-US" altLang="ko-KR" sz="1200" dirty="0" smtClean="0"/>
          </a:p>
          <a:p>
            <a:r>
              <a:rPr lang="en-US" altLang="ko-KR" sz="1200" dirty="0" smtClean="0"/>
              <a:t>5.</a:t>
            </a:r>
            <a:r>
              <a:rPr lang="ko-KR" altLang="en-US" sz="1200" dirty="0" smtClean="0"/>
              <a:t>끝 번호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페이지 </a:t>
            </a:r>
            <a:r>
              <a:rPr lang="ko-KR" altLang="en-US" sz="1200" dirty="0" err="1" smtClean="0"/>
              <a:t>끝번호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- 10, 2</a:t>
            </a:r>
            <a:r>
              <a:rPr lang="ko-KR" altLang="en-US" sz="1200" dirty="0" smtClean="0"/>
              <a:t>페이지 </a:t>
            </a:r>
            <a:r>
              <a:rPr lang="ko-KR" altLang="en-US" sz="1200" dirty="0" err="1" smtClean="0"/>
              <a:t>끝번호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- 20</a:t>
            </a:r>
          </a:p>
          <a:p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endNum</a:t>
            </a:r>
            <a:r>
              <a:rPr lang="en-US" altLang="ko-KR" sz="1200" dirty="0" smtClean="0"/>
              <a:t>=</a:t>
            </a:r>
            <a:r>
              <a:rPr lang="en-US" altLang="ko-KR" sz="1200" dirty="0" err="1" smtClean="0"/>
              <a:t>startNum</a:t>
            </a:r>
            <a:r>
              <a:rPr lang="en-US" altLang="ko-KR" sz="1200" dirty="0" smtClean="0"/>
              <a:t>+ pageScale-1;</a:t>
            </a:r>
          </a:p>
          <a:p>
            <a:endParaRPr lang="ko-KR" altLang="en-US" sz="1200" dirty="0"/>
          </a:p>
        </p:txBody>
      </p:sp>
      <p:sp>
        <p:nvSpPr>
          <p:cNvPr id="13" name="오른쪽 중괄호 12"/>
          <p:cNvSpPr/>
          <p:nvPr/>
        </p:nvSpPr>
        <p:spPr>
          <a:xfrm>
            <a:off x="3571868" y="4714884"/>
            <a:ext cx="71438" cy="9286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119063" y="5191125"/>
            <a:ext cx="3779539" cy="934073"/>
          </a:xfrm>
          <a:custGeom>
            <a:avLst/>
            <a:gdLst>
              <a:gd name="connsiteX0" fmla="*/ 3538537 w 3779539"/>
              <a:gd name="connsiteY0" fmla="*/ 0 h 934073"/>
              <a:gd name="connsiteX1" fmla="*/ 3581400 w 3779539"/>
              <a:gd name="connsiteY1" fmla="*/ 4763 h 934073"/>
              <a:gd name="connsiteX2" fmla="*/ 3638550 w 3779539"/>
              <a:gd name="connsiteY2" fmla="*/ 52388 h 934073"/>
              <a:gd name="connsiteX3" fmla="*/ 3695700 w 3779539"/>
              <a:gd name="connsiteY3" fmla="*/ 133350 h 934073"/>
              <a:gd name="connsiteX4" fmla="*/ 3714750 w 3779539"/>
              <a:gd name="connsiteY4" fmla="*/ 166688 h 934073"/>
              <a:gd name="connsiteX5" fmla="*/ 3729037 w 3779539"/>
              <a:gd name="connsiteY5" fmla="*/ 209550 h 934073"/>
              <a:gd name="connsiteX6" fmla="*/ 3738562 w 3779539"/>
              <a:gd name="connsiteY6" fmla="*/ 233363 h 934073"/>
              <a:gd name="connsiteX7" fmla="*/ 3752850 w 3779539"/>
              <a:gd name="connsiteY7" fmla="*/ 276225 h 934073"/>
              <a:gd name="connsiteX8" fmla="*/ 3757612 w 3779539"/>
              <a:gd name="connsiteY8" fmla="*/ 300038 h 934073"/>
              <a:gd name="connsiteX9" fmla="*/ 3767137 w 3779539"/>
              <a:gd name="connsiteY9" fmla="*/ 333375 h 934073"/>
              <a:gd name="connsiteX10" fmla="*/ 3771900 w 3779539"/>
              <a:gd name="connsiteY10" fmla="*/ 361950 h 934073"/>
              <a:gd name="connsiteX11" fmla="*/ 3771900 w 3779539"/>
              <a:gd name="connsiteY11" fmla="*/ 519113 h 934073"/>
              <a:gd name="connsiteX12" fmla="*/ 3757612 w 3779539"/>
              <a:gd name="connsiteY12" fmla="*/ 557213 h 934073"/>
              <a:gd name="connsiteX13" fmla="*/ 3724275 w 3779539"/>
              <a:gd name="connsiteY13" fmla="*/ 585788 h 934073"/>
              <a:gd name="connsiteX14" fmla="*/ 3714750 w 3779539"/>
              <a:gd name="connsiteY14" fmla="*/ 600075 h 934073"/>
              <a:gd name="connsiteX15" fmla="*/ 3700462 w 3779539"/>
              <a:gd name="connsiteY15" fmla="*/ 604838 h 934073"/>
              <a:gd name="connsiteX16" fmla="*/ 3676650 w 3779539"/>
              <a:gd name="connsiteY16" fmla="*/ 619125 h 934073"/>
              <a:gd name="connsiteX17" fmla="*/ 3657600 w 3779539"/>
              <a:gd name="connsiteY17" fmla="*/ 633413 h 934073"/>
              <a:gd name="connsiteX18" fmla="*/ 3629025 w 3779539"/>
              <a:gd name="connsiteY18" fmla="*/ 647700 h 934073"/>
              <a:gd name="connsiteX19" fmla="*/ 3571875 w 3779539"/>
              <a:gd name="connsiteY19" fmla="*/ 666750 h 934073"/>
              <a:gd name="connsiteX20" fmla="*/ 3519487 w 3779539"/>
              <a:gd name="connsiteY20" fmla="*/ 676275 h 934073"/>
              <a:gd name="connsiteX21" fmla="*/ 3486150 w 3779539"/>
              <a:gd name="connsiteY21" fmla="*/ 681038 h 934073"/>
              <a:gd name="connsiteX22" fmla="*/ 3405187 w 3779539"/>
              <a:gd name="connsiteY22" fmla="*/ 704850 h 934073"/>
              <a:gd name="connsiteX23" fmla="*/ 3367087 w 3779539"/>
              <a:gd name="connsiteY23" fmla="*/ 709613 h 934073"/>
              <a:gd name="connsiteX24" fmla="*/ 3333750 w 3779539"/>
              <a:gd name="connsiteY24" fmla="*/ 714375 h 934073"/>
              <a:gd name="connsiteX25" fmla="*/ 3267075 w 3779539"/>
              <a:gd name="connsiteY25" fmla="*/ 728663 h 934073"/>
              <a:gd name="connsiteX26" fmla="*/ 3233737 w 3779539"/>
              <a:gd name="connsiteY26" fmla="*/ 738188 h 934073"/>
              <a:gd name="connsiteX27" fmla="*/ 3195637 w 3779539"/>
              <a:gd name="connsiteY27" fmla="*/ 742950 h 934073"/>
              <a:gd name="connsiteX28" fmla="*/ 3109912 w 3779539"/>
              <a:gd name="connsiteY28" fmla="*/ 757238 h 934073"/>
              <a:gd name="connsiteX29" fmla="*/ 2952750 w 3779539"/>
              <a:gd name="connsiteY29" fmla="*/ 766763 h 934073"/>
              <a:gd name="connsiteX30" fmla="*/ 2767012 w 3779539"/>
              <a:gd name="connsiteY30" fmla="*/ 776288 h 934073"/>
              <a:gd name="connsiteX31" fmla="*/ 2390775 w 3779539"/>
              <a:gd name="connsiteY31" fmla="*/ 771525 h 934073"/>
              <a:gd name="connsiteX32" fmla="*/ 1976437 w 3779539"/>
              <a:gd name="connsiteY32" fmla="*/ 762000 h 934073"/>
              <a:gd name="connsiteX33" fmla="*/ 280987 w 3779539"/>
              <a:gd name="connsiteY33" fmla="*/ 766763 h 934073"/>
              <a:gd name="connsiteX34" fmla="*/ 257175 w 3779539"/>
              <a:gd name="connsiteY34" fmla="*/ 771525 h 934073"/>
              <a:gd name="connsiteX35" fmla="*/ 190500 w 3779539"/>
              <a:gd name="connsiteY35" fmla="*/ 776288 h 934073"/>
              <a:gd name="connsiteX36" fmla="*/ 166687 w 3779539"/>
              <a:gd name="connsiteY36" fmla="*/ 781050 h 934073"/>
              <a:gd name="connsiteX37" fmla="*/ 152400 w 3779539"/>
              <a:gd name="connsiteY37" fmla="*/ 785813 h 934073"/>
              <a:gd name="connsiteX38" fmla="*/ 114300 w 3779539"/>
              <a:gd name="connsiteY38" fmla="*/ 790575 h 934073"/>
              <a:gd name="connsiteX39" fmla="*/ 95250 w 3779539"/>
              <a:gd name="connsiteY39" fmla="*/ 795338 h 934073"/>
              <a:gd name="connsiteX40" fmla="*/ 80962 w 3779539"/>
              <a:gd name="connsiteY40" fmla="*/ 800100 h 934073"/>
              <a:gd name="connsiteX41" fmla="*/ 42862 w 3779539"/>
              <a:gd name="connsiteY41" fmla="*/ 809625 h 934073"/>
              <a:gd name="connsiteX42" fmla="*/ 9525 w 3779539"/>
              <a:gd name="connsiteY42" fmla="*/ 828675 h 934073"/>
              <a:gd name="connsiteX43" fmla="*/ 0 w 3779539"/>
              <a:gd name="connsiteY43" fmla="*/ 857250 h 934073"/>
              <a:gd name="connsiteX44" fmla="*/ 14287 w 3779539"/>
              <a:gd name="connsiteY44" fmla="*/ 885825 h 934073"/>
              <a:gd name="connsiteX45" fmla="*/ 33337 w 3779539"/>
              <a:gd name="connsiteY45" fmla="*/ 895350 h 934073"/>
              <a:gd name="connsiteX46" fmla="*/ 52387 w 3779539"/>
              <a:gd name="connsiteY46" fmla="*/ 909638 h 934073"/>
              <a:gd name="connsiteX47" fmla="*/ 80962 w 3779539"/>
              <a:gd name="connsiteY47" fmla="*/ 919163 h 934073"/>
              <a:gd name="connsiteX48" fmla="*/ 109537 w 3779539"/>
              <a:gd name="connsiteY48" fmla="*/ 933450 h 934073"/>
              <a:gd name="connsiteX49" fmla="*/ 119062 w 3779539"/>
              <a:gd name="connsiteY49" fmla="*/ 933450 h 934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779539" h="934073">
                <a:moveTo>
                  <a:pt x="3538537" y="0"/>
                </a:moveTo>
                <a:cubicBezTo>
                  <a:pt x="3552825" y="1588"/>
                  <a:pt x="3567393" y="1530"/>
                  <a:pt x="3581400" y="4763"/>
                </a:cubicBezTo>
                <a:cubicBezTo>
                  <a:pt x="3603243" y="9804"/>
                  <a:pt x="3629003" y="40932"/>
                  <a:pt x="3638550" y="52388"/>
                </a:cubicBezTo>
                <a:cubicBezTo>
                  <a:pt x="3676681" y="98146"/>
                  <a:pt x="3653922" y="68363"/>
                  <a:pt x="3695700" y="133350"/>
                </a:cubicBezTo>
                <a:cubicBezTo>
                  <a:pt x="3706731" y="150510"/>
                  <a:pt x="3705681" y="146283"/>
                  <a:pt x="3714750" y="166688"/>
                </a:cubicBezTo>
                <a:cubicBezTo>
                  <a:pt x="3734626" y="211408"/>
                  <a:pt x="3716138" y="170851"/>
                  <a:pt x="3729037" y="209550"/>
                </a:cubicBezTo>
                <a:cubicBezTo>
                  <a:pt x="3731740" y="217660"/>
                  <a:pt x="3735858" y="225253"/>
                  <a:pt x="3738562" y="233363"/>
                </a:cubicBezTo>
                <a:cubicBezTo>
                  <a:pt x="3759067" y="294878"/>
                  <a:pt x="3723042" y="201706"/>
                  <a:pt x="3752850" y="276225"/>
                </a:cubicBezTo>
                <a:cubicBezTo>
                  <a:pt x="3754437" y="284163"/>
                  <a:pt x="3755649" y="292185"/>
                  <a:pt x="3757612" y="300038"/>
                </a:cubicBezTo>
                <a:cubicBezTo>
                  <a:pt x="3760415" y="311250"/>
                  <a:pt x="3764538" y="322114"/>
                  <a:pt x="3767137" y="333375"/>
                </a:cubicBezTo>
                <a:cubicBezTo>
                  <a:pt x="3769308" y="342784"/>
                  <a:pt x="3770312" y="352425"/>
                  <a:pt x="3771900" y="361950"/>
                </a:cubicBezTo>
                <a:cubicBezTo>
                  <a:pt x="3778306" y="438833"/>
                  <a:pt x="3779539" y="423624"/>
                  <a:pt x="3771900" y="519113"/>
                </a:cubicBezTo>
                <a:cubicBezTo>
                  <a:pt x="3771037" y="529901"/>
                  <a:pt x="3763966" y="548741"/>
                  <a:pt x="3757612" y="557213"/>
                </a:cubicBezTo>
                <a:cubicBezTo>
                  <a:pt x="3746064" y="572611"/>
                  <a:pt x="3738673" y="576189"/>
                  <a:pt x="3724275" y="585788"/>
                </a:cubicBezTo>
                <a:cubicBezTo>
                  <a:pt x="3721100" y="590550"/>
                  <a:pt x="3719219" y="596499"/>
                  <a:pt x="3714750" y="600075"/>
                </a:cubicBezTo>
                <a:cubicBezTo>
                  <a:pt x="3710830" y="603211"/>
                  <a:pt x="3704952" y="602593"/>
                  <a:pt x="3700462" y="604838"/>
                </a:cubicBezTo>
                <a:cubicBezTo>
                  <a:pt x="3692183" y="608978"/>
                  <a:pt x="3684352" y="613990"/>
                  <a:pt x="3676650" y="619125"/>
                </a:cubicBezTo>
                <a:cubicBezTo>
                  <a:pt x="3670046" y="623528"/>
                  <a:pt x="3664406" y="629329"/>
                  <a:pt x="3657600" y="633413"/>
                </a:cubicBezTo>
                <a:cubicBezTo>
                  <a:pt x="3648468" y="638892"/>
                  <a:pt x="3638720" y="643293"/>
                  <a:pt x="3629025" y="647700"/>
                </a:cubicBezTo>
                <a:cubicBezTo>
                  <a:pt x="3610994" y="655896"/>
                  <a:pt x="3591110" y="662476"/>
                  <a:pt x="3571875" y="666750"/>
                </a:cubicBezTo>
                <a:cubicBezTo>
                  <a:pt x="3554549" y="670600"/>
                  <a:pt x="3536994" y="673357"/>
                  <a:pt x="3519487" y="676275"/>
                </a:cubicBezTo>
                <a:cubicBezTo>
                  <a:pt x="3508415" y="678120"/>
                  <a:pt x="3497157" y="678836"/>
                  <a:pt x="3486150" y="681038"/>
                </a:cubicBezTo>
                <a:cubicBezTo>
                  <a:pt x="3374624" y="703344"/>
                  <a:pt x="3528133" y="675922"/>
                  <a:pt x="3405187" y="704850"/>
                </a:cubicBezTo>
                <a:cubicBezTo>
                  <a:pt x="3392728" y="707781"/>
                  <a:pt x="3379774" y="707921"/>
                  <a:pt x="3367087" y="709613"/>
                </a:cubicBezTo>
                <a:lnTo>
                  <a:pt x="3333750" y="714375"/>
                </a:lnTo>
                <a:cubicBezTo>
                  <a:pt x="3243514" y="740156"/>
                  <a:pt x="3356633" y="709471"/>
                  <a:pt x="3267075" y="728663"/>
                </a:cubicBezTo>
                <a:cubicBezTo>
                  <a:pt x="3255774" y="731085"/>
                  <a:pt x="3245070" y="735922"/>
                  <a:pt x="3233737" y="738188"/>
                </a:cubicBezTo>
                <a:cubicBezTo>
                  <a:pt x="3221187" y="740698"/>
                  <a:pt x="3208287" y="741004"/>
                  <a:pt x="3195637" y="742950"/>
                </a:cubicBezTo>
                <a:cubicBezTo>
                  <a:pt x="3167005" y="747355"/>
                  <a:pt x="3138781" y="754832"/>
                  <a:pt x="3109912" y="757238"/>
                </a:cubicBezTo>
                <a:cubicBezTo>
                  <a:pt x="3019502" y="764771"/>
                  <a:pt x="3071856" y="761091"/>
                  <a:pt x="2952750" y="766763"/>
                </a:cubicBezTo>
                <a:cubicBezTo>
                  <a:pt x="2879736" y="781364"/>
                  <a:pt x="2912020" y="776288"/>
                  <a:pt x="2767012" y="776288"/>
                </a:cubicBezTo>
                <a:cubicBezTo>
                  <a:pt x="2641590" y="776288"/>
                  <a:pt x="2516177" y="773791"/>
                  <a:pt x="2390775" y="771525"/>
                </a:cubicBezTo>
                <a:lnTo>
                  <a:pt x="1976437" y="762000"/>
                </a:lnTo>
                <a:lnTo>
                  <a:pt x="280987" y="766763"/>
                </a:lnTo>
                <a:cubicBezTo>
                  <a:pt x="272893" y="766808"/>
                  <a:pt x="265225" y="770678"/>
                  <a:pt x="257175" y="771525"/>
                </a:cubicBezTo>
                <a:cubicBezTo>
                  <a:pt x="235016" y="773858"/>
                  <a:pt x="212725" y="774700"/>
                  <a:pt x="190500" y="776288"/>
                </a:cubicBezTo>
                <a:cubicBezTo>
                  <a:pt x="182562" y="777875"/>
                  <a:pt x="174540" y="779087"/>
                  <a:pt x="166687" y="781050"/>
                </a:cubicBezTo>
                <a:cubicBezTo>
                  <a:pt x="161817" y="782268"/>
                  <a:pt x="157339" y="784915"/>
                  <a:pt x="152400" y="785813"/>
                </a:cubicBezTo>
                <a:cubicBezTo>
                  <a:pt x="139808" y="788103"/>
                  <a:pt x="127000" y="788988"/>
                  <a:pt x="114300" y="790575"/>
                </a:cubicBezTo>
                <a:cubicBezTo>
                  <a:pt x="107950" y="792163"/>
                  <a:pt x="101544" y="793540"/>
                  <a:pt x="95250" y="795338"/>
                </a:cubicBezTo>
                <a:cubicBezTo>
                  <a:pt x="90423" y="796717"/>
                  <a:pt x="85805" y="798779"/>
                  <a:pt x="80962" y="800100"/>
                </a:cubicBezTo>
                <a:cubicBezTo>
                  <a:pt x="68332" y="803544"/>
                  <a:pt x="42862" y="809625"/>
                  <a:pt x="42862" y="809625"/>
                </a:cubicBezTo>
                <a:cubicBezTo>
                  <a:pt x="39945" y="811083"/>
                  <a:pt x="12585" y="823779"/>
                  <a:pt x="9525" y="828675"/>
                </a:cubicBezTo>
                <a:cubicBezTo>
                  <a:pt x="4204" y="837189"/>
                  <a:pt x="0" y="857250"/>
                  <a:pt x="0" y="857250"/>
                </a:cubicBezTo>
                <a:cubicBezTo>
                  <a:pt x="3250" y="867003"/>
                  <a:pt x="5764" y="878723"/>
                  <a:pt x="14287" y="885825"/>
                </a:cubicBezTo>
                <a:cubicBezTo>
                  <a:pt x="19741" y="890370"/>
                  <a:pt x="27317" y="891587"/>
                  <a:pt x="33337" y="895350"/>
                </a:cubicBezTo>
                <a:cubicBezTo>
                  <a:pt x="40068" y="899557"/>
                  <a:pt x="45287" y="906088"/>
                  <a:pt x="52387" y="909638"/>
                </a:cubicBezTo>
                <a:cubicBezTo>
                  <a:pt x="61367" y="914128"/>
                  <a:pt x="72608" y="913594"/>
                  <a:pt x="80962" y="919163"/>
                </a:cubicBezTo>
                <a:cubicBezTo>
                  <a:pt x="93003" y="927190"/>
                  <a:pt x="95453" y="930633"/>
                  <a:pt x="109537" y="933450"/>
                </a:cubicBezTo>
                <a:cubicBezTo>
                  <a:pt x="112650" y="934073"/>
                  <a:pt x="115887" y="933450"/>
                  <a:pt x="119062" y="9334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2281756" y="6215082"/>
            <a:ext cx="200026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57422" y="6215082"/>
            <a:ext cx="17187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실수 </a:t>
            </a:r>
            <a:r>
              <a:rPr lang="en-US" altLang="ko-KR" sz="1000" dirty="0" smtClean="0"/>
              <a:t>=&gt; ceil</a:t>
            </a:r>
            <a:r>
              <a:rPr lang="ko-KR" altLang="en-US" sz="1000" dirty="0" smtClean="0"/>
              <a:t>로 </a:t>
            </a:r>
            <a:r>
              <a:rPr lang="ko-KR" altLang="en-US" sz="1000" dirty="0" err="1" smtClean="0"/>
              <a:t>올림이가능</a:t>
            </a:r>
            <a:endParaRPr lang="ko-KR" altLang="en-US" sz="1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18064" y="1000108"/>
            <a:ext cx="4214842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직사각형 14"/>
          <p:cNvSpPr/>
          <p:nvPr/>
        </p:nvSpPr>
        <p:spPr>
          <a:xfrm>
            <a:off x="4786314" y="1571612"/>
            <a:ext cx="4214842" cy="3571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3075" idx="3"/>
            <a:endCxn id="3077" idx="1"/>
          </p:cNvCxnSpPr>
          <p:nvPr/>
        </p:nvCxnSpPr>
        <p:spPr>
          <a:xfrm>
            <a:off x="4286248" y="1506099"/>
            <a:ext cx="571504" cy="4227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85728"/>
            <a:ext cx="45320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6.</a:t>
            </a:r>
            <a:r>
              <a:rPr lang="ko-KR" altLang="en-US" sz="1400" dirty="0" smtClean="0"/>
              <a:t>구해진 시작 번호와 끝 번호를 사용하여 </a:t>
            </a:r>
            <a:r>
              <a:rPr lang="ko-KR" altLang="en-US" sz="1400" dirty="0" err="1" smtClean="0"/>
              <a:t>게시글</a:t>
            </a:r>
            <a:r>
              <a:rPr lang="ko-KR" altLang="en-US" sz="1400" dirty="0" smtClean="0"/>
              <a:t> 조회</a:t>
            </a:r>
            <a:endParaRPr lang="ko-KR" altLang="en-US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928670"/>
            <a:ext cx="6929486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1071546"/>
            <a:ext cx="5286412" cy="148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자유형 4"/>
          <p:cNvSpPr/>
          <p:nvPr/>
        </p:nvSpPr>
        <p:spPr>
          <a:xfrm>
            <a:off x="977900" y="1841500"/>
            <a:ext cx="5165146" cy="465395"/>
          </a:xfrm>
          <a:custGeom>
            <a:avLst/>
            <a:gdLst>
              <a:gd name="connsiteX0" fmla="*/ 0 w 5165146"/>
              <a:gd name="connsiteY0" fmla="*/ 0 h 465395"/>
              <a:gd name="connsiteX1" fmla="*/ 50800 w 5165146"/>
              <a:gd name="connsiteY1" fmla="*/ 25400 h 465395"/>
              <a:gd name="connsiteX2" fmla="*/ 69850 w 5165146"/>
              <a:gd name="connsiteY2" fmla="*/ 38100 h 465395"/>
              <a:gd name="connsiteX3" fmla="*/ 95250 w 5165146"/>
              <a:gd name="connsiteY3" fmla="*/ 44450 h 465395"/>
              <a:gd name="connsiteX4" fmla="*/ 146050 w 5165146"/>
              <a:gd name="connsiteY4" fmla="*/ 69850 h 465395"/>
              <a:gd name="connsiteX5" fmla="*/ 165100 w 5165146"/>
              <a:gd name="connsiteY5" fmla="*/ 76200 h 465395"/>
              <a:gd name="connsiteX6" fmla="*/ 196850 w 5165146"/>
              <a:gd name="connsiteY6" fmla="*/ 88900 h 465395"/>
              <a:gd name="connsiteX7" fmla="*/ 222250 w 5165146"/>
              <a:gd name="connsiteY7" fmla="*/ 95250 h 465395"/>
              <a:gd name="connsiteX8" fmla="*/ 247650 w 5165146"/>
              <a:gd name="connsiteY8" fmla="*/ 107950 h 465395"/>
              <a:gd name="connsiteX9" fmla="*/ 285750 w 5165146"/>
              <a:gd name="connsiteY9" fmla="*/ 114300 h 465395"/>
              <a:gd name="connsiteX10" fmla="*/ 317500 w 5165146"/>
              <a:gd name="connsiteY10" fmla="*/ 120650 h 465395"/>
              <a:gd name="connsiteX11" fmla="*/ 342900 w 5165146"/>
              <a:gd name="connsiteY11" fmla="*/ 127000 h 465395"/>
              <a:gd name="connsiteX12" fmla="*/ 381000 w 5165146"/>
              <a:gd name="connsiteY12" fmla="*/ 139700 h 465395"/>
              <a:gd name="connsiteX13" fmla="*/ 419100 w 5165146"/>
              <a:gd name="connsiteY13" fmla="*/ 146050 h 465395"/>
              <a:gd name="connsiteX14" fmla="*/ 476250 w 5165146"/>
              <a:gd name="connsiteY14" fmla="*/ 158750 h 465395"/>
              <a:gd name="connsiteX15" fmla="*/ 565150 w 5165146"/>
              <a:gd name="connsiteY15" fmla="*/ 165100 h 465395"/>
              <a:gd name="connsiteX16" fmla="*/ 609600 w 5165146"/>
              <a:gd name="connsiteY16" fmla="*/ 177800 h 465395"/>
              <a:gd name="connsiteX17" fmla="*/ 1917700 w 5165146"/>
              <a:gd name="connsiteY17" fmla="*/ 171450 h 465395"/>
              <a:gd name="connsiteX18" fmla="*/ 2127250 w 5165146"/>
              <a:gd name="connsiteY18" fmla="*/ 158750 h 465395"/>
              <a:gd name="connsiteX19" fmla="*/ 3790950 w 5165146"/>
              <a:gd name="connsiteY19" fmla="*/ 165100 h 465395"/>
              <a:gd name="connsiteX20" fmla="*/ 3867150 w 5165146"/>
              <a:gd name="connsiteY20" fmla="*/ 171450 h 465395"/>
              <a:gd name="connsiteX21" fmla="*/ 3930650 w 5165146"/>
              <a:gd name="connsiteY21" fmla="*/ 177800 h 465395"/>
              <a:gd name="connsiteX22" fmla="*/ 4102100 w 5165146"/>
              <a:gd name="connsiteY22" fmla="*/ 190500 h 465395"/>
              <a:gd name="connsiteX23" fmla="*/ 4171950 w 5165146"/>
              <a:gd name="connsiteY23" fmla="*/ 196850 h 465395"/>
              <a:gd name="connsiteX24" fmla="*/ 4216400 w 5165146"/>
              <a:gd name="connsiteY24" fmla="*/ 203200 h 465395"/>
              <a:gd name="connsiteX25" fmla="*/ 4318000 w 5165146"/>
              <a:gd name="connsiteY25" fmla="*/ 209550 h 465395"/>
              <a:gd name="connsiteX26" fmla="*/ 4362450 w 5165146"/>
              <a:gd name="connsiteY26" fmla="*/ 215900 h 465395"/>
              <a:gd name="connsiteX27" fmla="*/ 4533900 w 5165146"/>
              <a:gd name="connsiteY27" fmla="*/ 228600 h 465395"/>
              <a:gd name="connsiteX28" fmla="*/ 4565650 w 5165146"/>
              <a:gd name="connsiteY28" fmla="*/ 234950 h 465395"/>
              <a:gd name="connsiteX29" fmla="*/ 4654550 w 5165146"/>
              <a:gd name="connsiteY29" fmla="*/ 247650 h 465395"/>
              <a:gd name="connsiteX30" fmla="*/ 4673600 w 5165146"/>
              <a:gd name="connsiteY30" fmla="*/ 254000 h 465395"/>
              <a:gd name="connsiteX31" fmla="*/ 4711700 w 5165146"/>
              <a:gd name="connsiteY31" fmla="*/ 260350 h 465395"/>
              <a:gd name="connsiteX32" fmla="*/ 4737100 w 5165146"/>
              <a:gd name="connsiteY32" fmla="*/ 266700 h 465395"/>
              <a:gd name="connsiteX33" fmla="*/ 4756150 w 5165146"/>
              <a:gd name="connsiteY33" fmla="*/ 273050 h 465395"/>
              <a:gd name="connsiteX34" fmla="*/ 4813300 w 5165146"/>
              <a:gd name="connsiteY34" fmla="*/ 279400 h 465395"/>
              <a:gd name="connsiteX35" fmla="*/ 4851400 w 5165146"/>
              <a:gd name="connsiteY35" fmla="*/ 292100 h 465395"/>
              <a:gd name="connsiteX36" fmla="*/ 4908550 w 5165146"/>
              <a:gd name="connsiteY36" fmla="*/ 304800 h 465395"/>
              <a:gd name="connsiteX37" fmla="*/ 4933950 w 5165146"/>
              <a:gd name="connsiteY37" fmla="*/ 317500 h 465395"/>
              <a:gd name="connsiteX38" fmla="*/ 4978400 w 5165146"/>
              <a:gd name="connsiteY38" fmla="*/ 330200 h 465395"/>
              <a:gd name="connsiteX39" fmla="*/ 5029200 w 5165146"/>
              <a:gd name="connsiteY39" fmla="*/ 355600 h 465395"/>
              <a:gd name="connsiteX40" fmla="*/ 5048250 w 5165146"/>
              <a:gd name="connsiteY40" fmla="*/ 368300 h 465395"/>
              <a:gd name="connsiteX41" fmla="*/ 5067300 w 5165146"/>
              <a:gd name="connsiteY41" fmla="*/ 374650 h 465395"/>
              <a:gd name="connsiteX42" fmla="*/ 5105400 w 5165146"/>
              <a:gd name="connsiteY42" fmla="*/ 400050 h 465395"/>
              <a:gd name="connsiteX43" fmla="*/ 5124450 w 5165146"/>
              <a:gd name="connsiteY43" fmla="*/ 412750 h 465395"/>
              <a:gd name="connsiteX44" fmla="*/ 5137150 w 5165146"/>
              <a:gd name="connsiteY44" fmla="*/ 431800 h 465395"/>
              <a:gd name="connsiteX45" fmla="*/ 5162550 w 5165146"/>
              <a:gd name="connsiteY45" fmla="*/ 463550 h 46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165146" h="465395">
                <a:moveTo>
                  <a:pt x="0" y="0"/>
                </a:moveTo>
                <a:cubicBezTo>
                  <a:pt x="29016" y="9672"/>
                  <a:pt x="16524" y="3977"/>
                  <a:pt x="50800" y="25400"/>
                </a:cubicBezTo>
                <a:cubicBezTo>
                  <a:pt x="57272" y="29445"/>
                  <a:pt x="62835" y="35094"/>
                  <a:pt x="69850" y="38100"/>
                </a:cubicBezTo>
                <a:cubicBezTo>
                  <a:pt x="77872" y="41538"/>
                  <a:pt x="87194" y="41093"/>
                  <a:pt x="95250" y="44450"/>
                </a:cubicBezTo>
                <a:cubicBezTo>
                  <a:pt x="112726" y="51732"/>
                  <a:pt x="128089" y="63863"/>
                  <a:pt x="146050" y="69850"/>
                </a:cubicBezTo>
                <a:cubicBezTo>
                  <a:pt x="152400" y="71967"/>
                  <a:pt x="158833" y="73850"/>
                  <a:pt x="165100" y="76200"/>
                </a:cubicBezTo>
                <a:cubicBezTo>
                  <a:pt x="175773" y="80202"/>
                  <a:pt x="186036" y="85295"/>
                  <a:pt x="196850" y="88900"/>
                </a:cubicBezTo>
                <a:cubicBezTo>
                  <a:pt x="205129" y="91660"/>
                  <a:pt x="214078" y="92186"/>
                  <a:pt x="222250" y="95250"/>
                </a:cubicBezTo>
                <a:cubicBezTo>
                  <a:pt x="231113" y="98574"/>
                  <a:pt x="238583" y="105230"/>
                  <a:pt x="247650" y="107950"/>
                </a:cubicBezTo>
                <a:cubicBezTo>
                  <a:pt x="259982" y="111650"/>
                  <a:pt x="273082" y="111997"/>
                  <a:pt x="285750" y="114300"/>
                </a:cubicBezTo>
                <a:cubicBezTo>
                  <a:pt x="296369" y="116231"/>
                  <a:pt x="306964" y="118309"/>
                  <a:pt x="317500" y="120650"/>
                </a:cubicBezTo>
                <a:cubicBezTo>
                  <a:pt x="326019" y="122543"/>
                  <a:pt x="334541" y="124492"/>
                  <a:pt x="342900" y="127000"/>
                </a:cubicBezTo>
                <a:cubicBezTo>
                  <a:pt x="355722" y="130847"/>
                  <a:pt x="367795" y="137499"/>
                  <a:pt x="381000" y="139700"/>
                </a:cubicBezTo>
                <a:cubicBezTo>
                  <a:pt x="393700" y="141817"/>
                  <a:pt x="406475" y="143525"/>
                  <a:pt x="419100" y="146050"/>
                </a:cubicBezTo>
                <a:cubicBezTo>
                  <a:pt x="441309" y="150492"/>
                  <a:pt x="452837" y="156285"/>
                  <a:pt x="476250" y="158750"/>
                </a:cubicBezTo>
                <a:cubicBezTo>
                  <a:pt x="505796" y="161860"/>
                  <a:pt x="535517" y="162983"/>
                  <a:pt x="565150" y="165100"/>
                </a:cubicBezTo>
                <a:cubicBezTo>
                  <a:pt x="574133" y="168094"/>
                  <a:pt x="601627" y="177800"/>
                  <a:pt x="609600" y="177800"/>
                </a:cubicBezTo>
                <a:lnTo>
                  <a:pt x="1917700" y="171450"/>
                </a:lnTo>
                <a:cubicBezTo>
                  <a:pt x="2002990" y="157235"/>
                  <a:pt x="1983893" y="158750"/>
                  <a:pt x="2127250" y="158750"/>
                </a:cubicBezTo>
                <a:lnTo>
                  <a:pt x="3790950" y="165100"/>
                </a:lnTo>
                <a:lnTo>
                  <a:pt x="3867150" y="171450"/>
                </a:lnTo>
                <a:lnTo>
                  <a:pt x="3930650" y="177800"/>
                </a:lnTo>
                <a:lnTo>
                  <a:pt x="4102100" y="190500"/>
                </a:lnTo>
                <a:cubicBezTo>
                  <a:pt x="4125383" y="192617"/>
                  <a:pt x="4148714" y="194268"/>
                  <a:pt x="4171950" y="196850"/>
                </a:cubicBezTo>
                <a:cubicBezTo>
                  <a:pt x="4186826" y="198503"/>
                  <a:pt x="4201489" y="201903"/>
                  <a:pt x="4216400" y="203200"/>
                </a:cubicBezTo>
                <a:cubicBezTo>
                  <a:pt x="4250205" y="206140"/>
                  <a:pt x="4284133" y="207433"/>
                  <a:pt x="4318000" y="209550"/>
                </a:cubicBezTo>
                <a:cubicBezTo>
                  <a:pt x="4332817" y="211667"/>
                  <a:pt x="4347574" y="214247"/>
                  <a:pt x="4362450" y="215900"/>
                </a:cubicBezTo>
                <a:cubicBezTo>
                  <a:pt x="4423021" y="222630"/>
                  <a:pt x="4471482" y="224699"/>
                  <a:pt x="4533900" y="228600"/>
                </a:cubicBezTo>
                <a:cubicBezTo>
                  <a:pt x="4544483" y="230717"/>
                  <a:pt x="4554966" y="233424"/>
                  <a:pt x="4565650" y="234950"/>
                </a:cubicBezTo>
                <a:cubicBezTo>
                  <a:pt x="4611749" y="241536"/>
                  <a:pt x="4616268" y="238079"/>
                  <a:pt x="4654550" y="247650"/>
                </a:cubicBezTo>
                <a:cubicBezTo>
                  <a:pt x="4661044" y="249273"/>
                  <a:pt x="4667066" y="252548"/>
                  <a:pt x="4673600" y="254000"/>
                </a:cubicBezTo>
                <a:cubicBezTo>
                  <a:pt x="4686169" y="256793"/>
                  <a:pt x="4699075" y="257825"/>
                  <a:pt x="4711700" y="260350"/>
                </a:cubicBezTo>
                <a:cubicBezTo>
                  <a:pt x="4720258" y="262062"/>
                  <a:pt x="4728709" y="264302"/>
                  <a:pt x="4737100" y="266700"/>
                </a:cubicBezTo>
                <a:cubicBezTo>
                  <a:pt x="4743536" y="268539"/>
                  <a:pt x="4749548" y="271950"/>
                  <a:pt x="4756150" y="273050"/>
                </a:cubicBezTo>
                <a:cubicBezTo>
                  <a:pt x="4775056" y="276201"/>
                  <a:pt x="4794250" y="277283"/>
                  <a:pt x="4813300" y="279400"/>
                </a:cubicBezTo>
                <a:cubicBezTo>
                  <a:pt x="4826000" y="283633"/>
                  <a:pt x="4838413" y="288853"/>
                  <a:pt x="4851400" y="292100"/>
                </a:cubicBezTo>
                <a:cubicBezTo>
                  <a:pt x="4887271" y="301068"/>
                  <a:pt x="4868242" y="296738"/>
                  <a:pt x="4908550" y="304800"/>
                </a:cubicBezTo>
                <a:cubicBezTo>
                  <a:pt x="4917017" y="309033"/>
                  <a:pt x="4925087" y="314176"/>
                  <a:pt x="4933950" y="317500"/>
                </a:cubicBezTo>
                <a:cubicBezTo>
                  <a:pt x="4961664" y="327893"/>
                  <a:pt x="4954276" y="319235"/>
                  <a:pt x="4978400" y="330200"/>
                </a:cubicBezTo>
                <a:cubicBezTo>
                  <a:pt x="4995635" y="338034"/>
                  <a:pt x="5013448" y="345098"/>
                  <a:pt x="5029200" y="355600"/>
                </a:cubicBezTo>
                <a:cubicBezTo>
                  <a:pt x="5035550" y="359833"/>
                  <a:pt x="5041424" y="364887"/>
                  <a:pt x="5048250" y="368300"/>
                </a:cubicBezTo>
                <a:cubicBezTo>
                  <a:pt x="5054237" y="371293"/>
                  <a:pt x="5061449" y="371399"/>
                  <a:pt x="5067300" y="374650"/>
                </a:cubicBezTo>
                <a:cubicBezTo>
                  <a:pt x="5080643" y="382063"/>
                  <a:pt x="5092700" y="391583"/>
                  <a:pt x="5105400" y="400050"/>
                </a:cubicBezTo>
                <a:lnTo>
                  <a:pt x="5124450" y="412750"/>
                </a:lnTo>
                <a:cubicBezTo>
                  <a:pt x="5128683" y="419100"/>
                  <a:pt x="5132264" y="425937"/>
                  <a:pt x="5137150" y="431800"/>
                </a:cubicBezTo>
                <a:cubicBezTo>
                  <a:pt x="5165146" y="465395"/>
                  <a:pt x="5149233" y="436916"/>
                  <a:pt x="5162550" y="463550"/>
                </a:cubicBez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952500" y="2050351"/>
            <a:ext cx="5594350" cy="241999"/>
          </a:xfrm>
          <a:custGeom>
            <a:avLst/>
            <a:gdLst>
              <a:gd name="connsiteX0" fmla="*/ 0 w 5594350"/>
              <a:gd name="connsiteY0" fmla="*/ 699 h 241999"/>
              <a:gd name="connsiteX1" fmla="*/ 57150 w 5594350"/>
              <a:gd name="connsiteY1" fmla="*/ 13399 h 241999"/>
              <a:gd name="connsiteX2" fmla="*/ 107950 w 5594350"/>
              <a:gd name="connsiteY2" fmla="*/ 26099 h 241999"/>
              <a:gd name="connsiteX3" fmla="*/ 133350 w 5594350"/>
              <a:gd name="connsiteY3" fmla="*/ 38799 h 241999"/>
              <a:gd name="connsiteX4" fmla="*/ 177800 w 5594350"/>
              <a:gd name="connsiteY4" fmla="*/ 51499 h 241999"/>
              <a:gd name="connsiteX5" fmla="*/ 222250 w 5594350"/>
              <a:gd name="connsiteY5" fmla="*/ 64199 h 241999"/>
              <a:gd name="connsiteX6" fmla="*/ 285750 w 5594350"/>
              <a:gd name="connsiteY6" fmla="*/ 76899 h 241999"/>
              <a:gd name="connsiteX7" fmla="*/ 368300 w 5594350"/>
              <a:gd name="connsiteY7" fmla="*/ 83249 h 241999"/>
              <a:gd name="connsiteX8" fmla="*/ 425450 w 5594350"/>
              <a:gd name="connsiteY8" fmla="*/ 89599 h 241999"/>
              <a:gd name="connsiteX9" fmla="*/ 882650 w 5594350"/>
              <a:gd name="connsiteY9" fmla="*/ 95949 h 241999"/>
              <a:gd name="connsiteX10" fmla="*/ 1517650 w 5594350"/>
              <a:gd name="connsiteY10" fmla="*/ 102299 h 241999"/>
              <a:gd name="connsiteX11" fmla="*/ 2743200 w 5594350"/>
              <a:gd name="connsiteY11" fmla="*/ 95949 h 241999"/>
              <a:gd name="connsiteX12" fmla="*/ 2933700 w 5594350"/>
              <a:gd name="connsiteY12" fmla="*/ 89599 h 241999"/>
              <a:gd name="connsiteX13" fmla="*/ 3663950 w 5594350"/>
              <a:gd name="connsiteY13" fmla="*/ 83249 h 241999"/>
              <a:gd name="connsiteX14" fmla="*/ 3733800 w 5594350"/>
              <a:gd name="connsiteY14" fmla="*/ 76899 h 241999"/>
              <a:gd name="connsiteX15" fmla="*/ 3841750 w 5594350"/>
              <a:gd name="connsiteY15" fmla="*/ 70549 h 241999"/>
              <a:gd name="connsiteX16" fmla="*/ 3937000 w 5594350"/>
              <a:gd name="connsiteY16" fmla="*/ 57849 h 241999"/>
              <a:gd name="connsiteX17" fmla="*/ 3968750 w 5594350"/>
              <a:gd name="connsiteY17" fmla="*/ 51499 h 241999"/>
              <a:gd name="connsiteX18" fmla="*/ 4140200 w 5594350"/>
              <a:gd name="connsiteY18" fmla="*/ 45149 h 241999"/>
              <a:gd name="connsiteX19" fmla="*/ 4972050 w 5594350"/>
              <a:gd name="connsiteY19" fmla="*/ 51499 h 241999"/>
              <a:gd name="connsiteX20" fmla="*/ 5035550 w 5594350"/>
              <a:gd name="connsiteY20" fmla="*/ 57849 h 241999"/>
              <a:gd name="connsiteX21" fmla="*/ 5124450 w 5594350"/>
              <a:gd name="connsiteY21" fmla="*/ 64199 h 241999"/>
              <a:gd name="connsiteX22" fmla="*/ 5219700 w 5594350"/>
              <a:gd name="connsiteY22" fmla="*/ 76899 h 241999"/>
              <a:gd name="connsiteX23" fmla="*/ 5245100 w 5594350"/>
              <a:gd name="connsiteY23" fmla="*/ 83249 h 241999"/>
              <a:gd name="connsiteX24" fmla="*/ 5314950 w 5594350"/>
              <a:gd name="connsiteY24" fmla="*/ 89599 h 241999"/>
              <a:gd name="connsiteX25" fmla="*/ 5340350 w 5594350"/>
              <a:gd name="connsiteY25" fmla="*/ 95949 h 241999"/>
              <a:gd name="connsiteX26" fmla="*/ 5359400 w 5594350"/>
              <a:gd name="connsiteY26" fmla="*/ 102299 h 241999"/>
              <a:gd name="connsiteX27" fmla="*/ 5403850 w 5594350"/>
              <a:gd name="connsiteY27" fmla="*/ 108649 h 241999"/>
              <a:gd name="connsiteX28" fmla="*/ 5467350 w 5594350"/>
              <a:gd name="connsiteY28" fmla="*/ 134049 h 241999"/>
              <a:gd name="connsiteX29" fmla="*/ 5505450 w 5594350"/>
              <a:gd name="connsiteY29" fmla="*/ 153099 h 241999"/>
              <a:gd name="connsiteX30" fmla="*/ 5556250 w 5594350"/>
              <a:gd name="connsiteY30" fmla="*/ 197549 h 241999"/>
              <a:gd name="connsiteX31" fmla="*/ 5575300 w 5594350"/>
              <a:gd name="connsiteY31" fmla="*/ 210249 h 241999"/>
              <a:gd name="connsiteX32" fmla="*/ 5594350 w 5594350"/>
              <a:gd name="connsiteY32" fmla="*/ 241999 h 24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594350" h="241999">
                <a:moveTo>
                  <a:pt x="0" y="699"/>
                </a:moveTo>
                <a:cubicBezTo>
                  <a:pt x="79067" y="13877"/>
                  <a:pt x="8020" y="0"/>
                  <a:pt x="57150" y="13399"/>
                </a:cubicBezTo>
                <a:cubicBezTo>
                  <a:pt x="73989" y="17992"/>
                  <a:pt x="92338" y="18293"/>
                  <a:pt x="107950" y="26099"/>
                </a:cubicBezTo>
                <a:cubicBezTo>
                  <a:pt x="116417" y="30332"/>
                  <a:pt x="124649" y="35070"/>
                  <a:pt x="133350" y="38799"/>
                </a:cubicBezTo>
                <a:cubicBezTo>
                  <a:pt x="148575" y="45324"/>
                  <a:pt x="161688" y="46896"/>
                  <a:pt x="177800" y="51499"/>
                </a:cubicBezTo>
                <a:cubicBezTo>
                  <a:pt x="211118" y="61019"/>
                  <a:pt x="182548" y="55691"/>
                  <a:pt x="222250" y="64199"/>
                </a:cubicBezTo>
                <a:cubicBezTo>
                  <a:pt x="243357" y="68722"/>
                  <a:pt x="264228" y="75243"/>
                  <a:pt x="285750" y="76899"/>
                </a:cubicBezTo>
                <a:lnTo>
                  <a:pt x="368300" y="83249"/>
                </a:lnTo>
                <a:cubicBezTo>
                  <a:pt x="387389" y="84984"/>
                  <a:pt x="406289" y="89126"/>
                  <a:pt x="425450" y="89599"/>
                </a:cubicBezTo>
                <a:cubicBezTo>
                  <a:pt x="577818" y="93361"/>
                  <a:pt x="730246" y="94177"/>
                  <a:pt x="882650" y="95949"/>
                </a:cubicBezTo>
                <a:lnTo>
                  <a:pt x="1517650" y="102299"/>
                </a:lnTo>
                <a:lnTo>
                  <a:pt x="2743200" y="95949"/>
                </a:lnTo>
                <a:cubicBezTo>
                  <a:pt x="2806733" y="95379"/>
                  <a:pt x="2870171" y="90475"/>
                  <a:pt x="2933700" y="89599"/>
                </a:cubicBezTo>
                <a:lnTo>
                  <a:pt x="3663950" y="83249"/>
                </a:lnTo>
                <a:lnTo>
                  <a:pt x="3733800" y="76899"/>
                </a:lnTo>
                <a:cubicBezTo>
                  <a:pt x="3769754" y="74331"/>
                  <a:pt x="3805819" y="73423"/>
                  <a:pt x="3841750" y="70549"/>
                </a:cubicBezTo>
                <a:cubicBezTo>
                  <a:pt x="3854098" y="69561"/>
                  <a:pt x="3922406" y="60281"/>
                  <a:pt x="3937000" y="57849"/>
                </a:cubicBezTo>
                <a:cubicBezTo>
                  <a:pt x="3947646" y="56075"/>
                  <a:pt x="3957978" y="52172"/>
                  <a:pt x="3968750" y="51499"/>
                </a:cubicBezTo>
                <a:cubicBezTo>
                  <a:pt x="4025828" y="47932"/>
                  <a:pt x="4083050" y="47266"/>
                  <a:pt x="4140200" y="45149"/>
                </a:cubicBezTo>
                <a:lnTo>
                  <a:pt x="4972050" y="51499"/>
                </a:lnTo>
                <a:cubicBezTo>
                  <a:pt x="4993320" y="51801"/>
                  <a:pt x="5014351" y="56082"/>
                  <a:pt x="5035550" y="57849"/>
                </a:cubicBezTo>
                <a:cubicBezTo>
                  <a:pt x="5065156" y="60316"/>
                  <a:pt x="5094817" y="62082"/>
                  <a:pt x="5124450" y="64199"/>
                </a:cubicBezTo>
                <a:cubicBezTo>
                  <a:pt x="5183193" y="78885"/>
                  <a:pt x="5112598" y="62619"/>
                  <a:pt x="5219700" y="76899"/>
                </a:cubicBezTo>
                <a:cubicBezTo>
                  <a:pt x="5228351" y="78052"/>
                  <a:pt x="5236449" y="82096"/>
                  <a:pt x="5245100" y="83249"/>
                </a:cubicBezTo>
                <a:cubicBezTo>
                  <a:pt x="5268274" y="86339"/>
                  <a:pt x="5291667" y="87482"/>
                  <a:pt x="5314950" y="89599"/>
                </a:cubicBezTo>
                <a:cubicBezTo>
                  <a:pt x="5323417" y="91716"/>
                  <a:pt x="5331959" y="93551"/>
                  <a:pt x="5340350" y="95949"/>
                </a:cubicBezTo>
                <a:cubicBezTo>
                  <a:pt x="5346786" y="97788"/>
                  <a:pt x="5352836" y="100986"/>
                  <a:pt x="5359400" y="102299"/>
                </a:cubicBezTo>
                <a:cubicBezTo>
                  <a:pt x="5374076" y="105234"/>
                  <a:pt x="5389033" y="106532"/>
                  <a:pt x="5403850" y="108649"/>
                </a:cubicBezTo>
                <a:cubicBezTo>
                  <a:pt x="5490571" y="137556"/>
                  <a:pt x="5401946" y="106019"/>
                  <a:pt x="5467350" y="134049"/>
                </a:cubicBezTo>
                <a:cubicBezTo>
                  <a:pt x="5504156" y="149823"/>
                  <a:pt x="5468841" y="128693"/>
                  <a:pt x="5505450" y="153099"/>
                </a:cubicBezTo>
                <a:cubicBezTo>
                  <a:pt x="5526617" y="184849"/>
                  <a:pt x="5511800" y="167916"/>
                  <a:pt x="5556250" y="197549"/>
                </a:cubicBezTo>
                <a:lnTo>
                  <a:pt x="5575300" y="210249"/>
                </a:lnTo>
                <a:cubicBezTo>
                  <a:pt x="5583543" y="234979"/>
                  <a:pt x="5576917" y="224566"/>
                  <a:pt x="5594350" y="241999"/>
                </a:cubicBez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5918200" y="774461"/>
            <a:ext cx="3060700" cy="2108439"/>
          </a:xfrm>
          <a:custGeom>
            <a:avLst/>
            <a:gdLst>
              <a:gd name="connsiteX0" fmla="*/ 0 w 3060700"/>
              <a:gd name="connsiteY0" fmla="*/ 476489 h 2108439"/>
              <a:gd name="connsiteX1" fmla="*/ 12700 w 3060700"/>
              <a:gd name="connsiteY1" fmla="*/ 444739 h 2108439"/>
              <a:gd name="connsiteX2" fmla="*/ 76200 w 3060700"/>
              <a:gd name="connsiteY2" fmla="*/ 368539 h 2108439"/>
              <a:gd name="connsiteX3" fmla="*/ 107950 w 3060700"/>
              <a:gd name="connsiteY3" fmla="*/ 349489 h 2108439"/>
              <a:gd name="connsiteX4" fmla="*/ 146050 w 3060700"/>
              <a:gd name="connsiteY4" fmla="*/ 311389 h 2108439"/>
              <a:gd name="connsiteX5" fmla="*/ 177800 w 3060700"/>
              <a:gd name="connsiteY5" fmla="*/ 298689 h 2108439"/>
              <a:gd name="connsiteX6" fmla="*/ 228600 w 3060700"/>
              <a:gd name="connsiteY6" fmla="*/ 273289 h 2108439"/>
              <a:gd name="connsiteX7" fmla="*/ 406400 w 3060700"/>
              <a:gd name="connsiteY7" fmla="*/ 216139 h 2108439"/>
              <a:gd name="connsiteX8" fmla="*/ 457200 w 3060700"/>
              <a:gd name="connsiteY8" fmla="*/ 203439 h 2108439"/>
              <a:gd name="connsiteX9" fmla="*/ 565150 w 3060700"/>
              <a:gd name="connsiteY9" fmla="*/ 165339 h 2108439"/>
              <a:gd name="connsiteX10" fmla="*/ 609600 w 3060700"/>
              <a:gd name="connsiteY10" fmla="*/ 152639 h 2108439"/>
              <a:gd name="connsiteX11" fmla="*/ 654050 w 3060700"/>
              <a:gd name="connsiteY11" fmla="*/ 127239 h 2108439"/>
              <a:gd name="connsiteX12" fmla="*/ 685800 w 3060700"/>
              <a:gd name="connsiteY12" fmla="*/ 114539 h 2108439"/>
              <a:gd name="connsiteX13" fmla="*/ 723900 w 3060700"/>
              <a:gd name="connsiteY13" fmla="*/ 95489 h 2108439"/>
              <a:gd name="connsiteX14" fmla="*/ 825500 w 3060700"/>
              <a:gd name="connsiteY14" fmla="*/ 57389 h 2108439"/>
              <a:gd name="connsiteX15" fmla="*/ 850900 w 3060700"/>
              <a:gd name="connsiteY15" fmla="*/ 44689 h 2108439"/>
              <a:gd name="connsiteX16" fmla="*/ 882650 w 3060700"/>
              <a:gd name="connsiteY16" fmla="*/ 38339 h 2108439"/>
              <a:gd name="connsiteX17" fmla="*/ 965200 w 3060700"/>
              <a:gd name="connsiteY17" fmla="*/ 25639 h 2108439"/>
              <a:gd name="connsiteX18" fmla="*/ 1016000 w 3060700"/>
              <a:gd name="connsiteY18" fmla="*/ 19289 h 2108439"/>
              <a:gd name="connsiteX19" fmla="*/ 1162050 w 3060700"/>
              <a:gd name="connsiteY19" fmla="*/ 6589 h 2108439"/>
              <a:gd name="connsiteX20" fmla="*/ 1790700 w 3060700"/>
              <a:gd name="connsiteY20" fmla="*/ 12939 h 2108439"/>
              <a:gd name="connsiteX21" fmla="*/ 1816100 w 3060700"/>
              <a:gd name="connsiteY21" fmla="*/ 19289 h 2108439"/>
              <a:gd name="connsiteX22" fmla="*/ 1860550 w 3060700"/>
              <a:gd name="connsiteY22" fmla="*/ 25639 h 2108439"/>
              <a:gd name="connsiteX23" fmla="*/ 1898650 w 3060700"/>
              <a:gd name="connsiteY23" fmla="*/ 38339 h 2108439"/>
              <a:gd name="connsiteX24" fmla="*/ 1917700 w 3060700"/>
              <a:gd name="connsiteY24" fmla="*/ 44689 h 2108439"/>
              <a:gd name="connsiteX25" fmla="*/ 1993900 w 3060700"/>
              <a:gd name="connsiteY25" fmla="*/ 57389 h 2108439"/>
              <a:gd name="connsiteX26" fmla="*/ 2019300 w 3060700"/>
              <a:gd name="connsiteY26" fmla="*/ 63739 h 2108439"/>
              <a:gd name="connsiteX27" fmla="*/ 2108200 w 3060700"/>
              <a:gd name="connsiteY27" fmla="*/ 76439 h 2108439"/>
              <a:gd name="connsiteX28" fmla="*/ 2209800 w 3060700"/>
              <a:gd name="connsiteY28" fmla="*/ 95489 h 2108439"/>
              <a:gd name="connsiteX29" fmla="*/ 2298700 w 3060700"/>
              <a:gd name="connsiteY29" fmla="*/ 108189 h 2108439"/>
              <a:gd name="connsiteX30" fmla="*/ 2330450 w 3060700"/>
              <a:gd name="connsiteY30" fmla="*/ 114539 h 2108439"/>
              <a:gd name="connsiteX31" fmla="*/ 2406650 w 3060700"/>
              <a:gd name="connsiteY31" fmla="*/ 120889 h 2108439"/>
              <a:gd name="connsiteX32" fmla="*/ 2438400 w 3060700"/>
              <a:gd name="connsiteY32" fmla="*/ 127239 h 2108439"/>
              <a:gd name="connsiteX33" fmla="*/ 2527300 w 3060700"/>
              <a:gd name="connsiteY33" fmla="*/ 146289 h 2108439"/>
              <a:gd name="connsiteX34" fmla="*/ 2565400 w 3060700"/>
              <a:gd name="connsiteY34" fmla="*/ 158989 h 2108439"/>
              <a:gd name="connsiteX35" fmla="*/ 2622550 w 3060700"/>
              <a:gd name="connsiteY35" fmla="*/ 190739 h 2108439"/>
              <a:gd name="connsiteX36" fmla="*/ 2641600 w 3060700"/>
              <a:gd name="connsiteY36" fmla="*/ 197089 h 2108439"/>
              <a:gd name="connsiteX37" fmla="*/ 2673350 w 3060700"/>
              <a:gd name="connsiteY37" fmla="*/ 209789 h 2108439"/>
              <a:gd name="connsiteX38" fmla="*/ 2743200 w 3060700"/>
              <a:gd name="connsiteY38" fmla="*/ 241539 h 2108439"/>
              <a:gd name="connsiteX39" fmla="*/ 2762250 w 3060700"/>
              <a:gd name="connsiteY39" fmla="*/ 260589 h 2108439"/>
              <a:gd name="connsiteX40" fmla="*/ 2800350 w 3060700"/>
              <a:gd name="connsiteY40" fmla="*/ 324089 h 2108439"/>
              <a:gd name="connsiteX41" fmla="*/ 2813050 w 3060700"/>
              <a:gd name="connsiteY41" fmla="*/ 343139 h 2108439"/>
              <a:gd name="connsiteX42" fmla="*/ 2819400 w 3060700"/>
              <a:gd name="connsiteY42" fmla="*/ 362189 h 2108439"/>
              <a:gd name="connsiteX43" fmla="*/ 2825750 w 3060700"/>
              <a:gd name="connsiteY43" fmla="*/ 387589 h 2108439"/>
              <a:gd name="connsiteX44" fmla="*/ 2844800 w 3060700"/>
              <a:gd name="connsiteY44" fmla="*/ 412989 h 2108439"/>
              <a:gd name="connsiteX45" fmla="*/ 2857500 w 3060700"/>
              <a:gd name="connsiteY45" fmla="*/ 463789 h 2108439"/>
              <a:gd name="connsiteX46" fmla="*/ 2876550 w 3060700"/>
              <a:gd name="connsiteY46" fmla="*/ 482839 h 2108439"/>
              <a:gd name="connsiteX47" fmla="*/ 2914650 w 3060700"/>
              <a:gd name="connsiteY47" fmla="*/ 508239 h 2108439"/>
              <a:gd name="connsiteX48" fmla="*/ 2927350 w 3060700"/>
              <a:gd name="connsiteY48" fmla="*/ 527289 h 2108439"/>
              <a:gd name="connsiteX49" fmla="*/ 2946400 w 3060700"/>
              <a:gd name="connsiteY49" fmla="*/ 590789 h 2108439"/>
              <a:gd name="connsiteX50" fmla="*/ 2952750 w 3060700"/>
              <a:gd name="connsiteY50" fmla="*/ 609839 h 2108439"/>
              <a:gd name="connsiteX51" fmla="*/ 2965450 w 3060700"/>
              <a:gd name="connsiteY51" fmla="*/ 660639 h 2108439"/>
              <a:gd name="connsiteX52" fmla="*/ 2971800 w 3060700"/>
              <a:gd name="connsiteY52" fmla="*/ 686039 h 2108439"/>
              <a:gd name="connsiteX53" fmla="*/ 2984500 w 3060700"/>
              <a:gd name="connsiteY53" fmla="*/ 705089 h 2108439"/>
              <a:gd name="connsiteX54" fmla="*/ 2997200 w 3060700"/>
              <a:gd name="connsiteY54" fmla="*/ 755889 h 2108439"/>
              <a:gd name="connsiteX55" fmla="*/ 3009900 w 3060700"/>
              <a:gd name="connsiteY55" fmla="*/ 774939 h 2108439"/>
              <a:gd name="connsiteX56" fmla="*/ 3016250 w 3060700"/>
              <a:gd name="connsiteY56" fmla="*/ 813039 h 2108439"/>
              <a:gd name="connsiteX57" fmla="*/ 3022600 w 3060700"/>
              <a:gd name="connsiteY57" fmla="*/ 832089 h 2108439"/>
              <a:gd name="connsiteX58" fmla="*/ 3028950 w 3060700"/>
              <a:gd name="connsiteY58" fmla="*/ 863839 h 2108439"/>
              <a:gd name="connsiteX59" fmla="*/ 3035300 w 3060700"/>
              <a:gd name="connsiteY59" fmla="*/ 889239 h 2108439"/>
              <a:gd name="connsiteX60" fmla="*/ 3048000 w 3060700"/>
              <a:gd name="connsiteY60" fmla="*/ 965439 h 2108439"/>
              <a:gd name="connsiteX61" fmla="*/ 3054350 w 3060700"/>
              <a:gd name="connsiteY61" fmla="*/ 997189 h 2108439"/>
              <a:gd name="connsiteX62" fmla="*/ 3060700 w 3060700"/>
              <a:gd name="connsiteY62" fmla="*/ 1073389 h 2108439"/>
              <a:gd name="connsiteX63" fmla="*/ 3054350 w 3060700"/>
              <a:gd name="connsiteY63" fmla="*/ 1587739 h 2108439"/>
              <a:gd name="connsiteX64" fmla="*/ 3035300 w 3060700"/>
              <a:gd name="connsiteY64" fmla="*/ 1676639 h 2108439"/>
              <a:gd name="connsiteX65" fmla="*/ 3022600 w 3060700"/>
              <a:gd name="connsiteY65" fmla="*/ 1714739 h 2108439"/>
              <a:gd name="connsiteX66" fmla="*/ 3003550 w 3060700"/>
              <a:gd name="connsiteY66" fmla="*/ 1784589 h 2108439"/>
              <a:gd name="connsiteX67" fmla="*/ 2997200 w 3060700"/>
              <a:gd name="connsiteY67" fmla="*/ 1803639 h 2108439"/>
              <a:gd name="connsiteX68" fmla="*/ 2990850 w 3060700"/>
              <a:gd name="connsiteY68" fmla="*/ 1822689 h 2108439"/>
              <a:gd name="connsiteX69" fmla="*/ 2978150 w 3060700"/>
              <a:gd name="connsiteY69" fmla="*/ 1848089 h 2108439"/>
              <a:gd name="connsiteX70" fmla="*/ 2940050 w 3060700"/>
              <a:gd name="connsiteY70" fmla="*/ 1930639 h 2108439"/>
              <a:gd name="connsiteX71" fmla="*/ 2921000 w 3060700"/>
              <a:gd name="connsiteY71" fmla="*/ 1962389 h 2108439"/>
              <a:gd name="connsiteX72" fmla="*/ 2895600 w 3060700"/>
              <a:gd name="connsiteY72" fmla="*/ 2006839 h 2108439"/>
              <a:gd name="connsiteX73" fmla="*/ 2851150 w 3060700"/>
              <a:gd name="connsiteY73" fmla="*/ 2044939 h 2108439"/>
              <a:gd name="connsiteX74" fmla="*/ 2768600 w 3060700"/>
              <a:gd name="connsiteY74" fmla="*/ 2083039 h 2108439"/>
              <a:gd name="connsiteX75" fmla="*/ 2743200 w 3060700"/>
              <a:gd name="connsiteY75" fmla="*/ 2089389 h 2108439"/>
              <a:gd name="connsiteX76" fmla="*/ 2711450 w 3060700"/>
              <a:gd name="connsiteY76" fmla="*/ 2095739 h 2108439"/>
              <a:gd name="connsiteX77" fmla="*/ 2565400 w 3060700"/>
              <a:gd name="connsiteY77" fmla="*/ 2102089 h 2108439"/>
              <a:gd name="connsiteX78" fmla="*/ 2520950 w 3060700"/>
              <a:gd name="connsiteY78" fmla="*/ 2108439 h 2108439"/>
              <a:gd name="connsiteX79" fmla="*/ 2292350 w 3060700"/>
              <a:gd name="connsiteY79" fmla="*/ 2095739 h 2108439"/>
              <a:gd name="connsiteX80" fmla="*/ 2260600 w 3060700"/>
              <a:gd name="connsiteY80" fmla="*/ 2083039 h 2108439"/>
              <a:gd name="connsiteX81" fmla="*/ 2203450 w 3060700"/>
              <a:gd name="connsiteY81" fmla="*/ 2070339 h 2108439"/>
              <a:gd name="connsiteX82" fmla="*/ 2178050 w 3060700"/>
              <a:gd name="connsiteY82" fmla="*/ 2057639 h 2108439"/>
              <a:gd name="connsiteX83" fmla="*/ 2127250 w 3060700"/>
              <a:gd name="connsiteY83" fmla="*/ 2044939 h 2108439"/>
              <a:gd name="connsiteX84" fmla="*/ 2063750 w 3060700"/>
              <a:gd name="connsiteY84" fmla="*/ 2013189 h 2108439"/>
              <a:gd name="connsiteX85" fmla="*/ 2044700 w 3060700"/>
              <a:gd name="connsiteY85" fmla="*/ 2000489 h 2108439"/>
              <a:gd name="connsiteX86" fmla="*/ 2012950 w 3060700"/>
              <a:gd name="connsiteY86" fmla="*/ 1994139 h 2108439"/>
              <a:gd name="connsiteX87" fmla="*/ 1974850 w 3060700"/>
              <a:gd name="connsiteY87" fmla="*/ 1975089 h 2108439"/>
              <a:gd name="connsiteX88" fmla="*/ 1955800 w 3060700"/>
              <a:gd name="connsiteY88" fmla="*/ 1962389 h 2108439"/>
              <a:gd name="connsiteX89" fmla="*/ 1898650 w 3060700"/>
              <a:gd name="connsiteY89" fmla="*/ 1943339 h 2108439"/>
              <a:gd name="connsiteX90" fmla="*/ 1866900 w 3060700"/>
              <a:gd name="connsiteY90" fmla="*/ 1924289 h 2108439"/>
              <a:gd name="connsiteX91" fmla="*/ 1847850 w 3060700"/>
              <a:gd name="connsiteY91" fmla="*/ 1911589 h 2108439"/>
              <a:gd name="connsiteX92" fmla="*/ 1809750 w 3060700"/>
              <a:gd name="connsiteY92" fmla="*/ 1898889 h 2108439"/>
              <a:gd name="connsiteX93" fmla="*/ 1790700 w 3060700"/>
              <a:gd name="connsiteY93" fmla="*/ 1886189 h 2108439"/>
              <a:gd name="connsiteX94" fmla="*/ 1752600 w 3060700"/>
              <a:gd name="connsiteY94" fmla="*/ 1873489 h 2108439"/>
              <a:gd name="connsiteX95" fmla="*/ 1689100 w 3060700"/>
              <a:gd name="connsiteY95" fmla="*/ 1841739 h 2108439"/>
              <a:gd name="connsiteX96" fmla="*/ 1631950 w 3060700"/>
              <a:gd name="connsiteY96" fmla="*/ 1822689 h 2108439"/>
              <a:gd name="connsiteX97" fmla="*/ 1581150 w 3060700"/>
              <a:gd name="connsiteY97" fmla="*/ 1803639 h 2108439"/>
              <a:gd name="connsiteX98" fmla="*/ 1562100 w 3060700"/>
              <a:gd name="connsiteY98" fmla="*/ 1790939 h 2108439"/>
              <a:gd name="connsiteX99" fmla="*/ 1530350 w 3060700"/>
              <a:gd name="connsiteY99" fmla="*/ 1784589 h 2108439"/>
              <a:gd name="connsiteX100" fmla="*/ 1447800 w 3060700"/>
              <a:gd name="connsiteY100" fmla="*/ 1765539 h 2108439"/>
              <a:gd name="connsiteX101" fmla="*/ 1212850 w 3060700"/>
              <a:gd name="connsiteY101" fmla="*/ 1778239 h 2108439"/>
              <a:gd name="connsiteX102" fmla="*/ 1193800 w 3060700"/>
              <a:gd name="connsiteY102" fmla="*/ 1784589 h 2108439"/>
              <a:gd name="connsiteX103" fmla="*/ 1143000 w 3060700"/>
              <a:gd name="connsiteY103" fmla="*/ 1797289 h 2108439"/>
              <a:gd name="connsiteX104" fmla="*/ 1117600 w 3060700"/>
              <a:gd name="connsiteY104" fmla="*/ 1809989 h 2108439"/>
              <a:gd name="connsiteX105" fmla="*/ 1079500 w 3060700"/>
              <a:gd name="connsiteY105" fmla="*/ 1816339 h 2108439"/>
              <a:gd name="connsiteX106" fmla="*/ 1060450 w 3060700"/>
              <a:gd name="connsiteY106" fmla="*/ 1822689 h 2108439"/>
              <a:gd name="connsiteX107" fmla="*/ 1035050 w 3060700"/>
              <a:gd name="connsiteY107" fmla="*/ 1778239 h 2108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3060700" h="2108439">
                <a:moveTo>
                  <a:pt x="0" y="476489"/>
                </a:moveTo>
                <a:cubicBezTo>
                  <a:pt x="4233" y="465906"/>
                  <a:pt x="6957" y="454585"/>
                  <a:pt x="12700" y="444739"/>
                </a:cubicBezTo>
                <a:cubicBezTo>
                  <a:pt x="27369" y="419592"/>
                  <a:pt x="52766" y="387286"/>
                  <a:pt x="76200" y="368539"/>
                </a:cubicBezTo>
                <a:cubicBezTo>
                  <a:pt x="85838" y="360829"/>
                  <a:pt x="98398" y="357305"/>
                  <a:pt x="107950" y="349489"/>
                </a:cubicBezTo>
                <a:cubicBezTo>
                  <a:pt x="121851" y="338116"/>
                  <a:pt x="131525" y="321953"/>
                  <a:pt x="146050" y="311389"/>
                </a:cubicBezTo>
                <a:cubicBezTo>
                  <a:pt x="155268" y="304685"/>
                  <a:pt x="167451" y="303466"/>
                  <a:pt x="177800" y="298689"/>
                </a:cubicBezTo>
                <a:cubicBezTo>
                  <a:pt x="194990" y="290755"/>
                  <a:pt x="211255" y="280877"/>
                  <a:pt x="228600" y="273289"/>
                </a:cubicBezTo>
                <a:cubicBezTo>
                  <a:pt x="274308" y="253292"/>
                  <a:pt x="375659" y="223824"/>
                  <a:pt x="406400" y="216139"/>
                </a:cubicBezTo>
                <a:cubicBezTo>
                  <a:pt x="423333" y="211906"/>
                  <a:pt x="440382" y="208111"/>
                  <a:pt x="457200" y="203439"/>
                </a:cubicBezTo>
                <a:cubicBezTo>
                  <a:pt x="593940" y="165456"/>
                  <a:pt x="458226" y="203526"/>
                  <a:pt x="565150" y="165339"/>
                </a:cubicBezTo>
                <a:cubicBezTo>
                  <a:pt x="579662" y="160156"/>
                  <a:pt x="595436" y="158709"/>
                  <a:pt x="609600" y="152639"/>
                </a:cubicBezTo>
                <a:cubicBezTo>
                  <a:pt x="625285" y="145917"/>
                  <a:pt x="638786" y="134871"/>
                  <a:pt x="654050" y="127239"/>
                </a:cubicBezTo>
                <a:cubicBezTo>
                  <a:pt x="664245" y="122141"/>
                  <a:pt x="675423" y="119256"/>
                  <a:pt x="685800" y="114539"/>
                </a:cubicBezTo>
                <a:cubicBezTo>
                  <a:pt x="698726" y="108663"/>
                  <a:pt x="710891" y="101180"/>
                  <a:pt x="723900" y="95489"/>
                </a:cubicBezTo>
                <a:cubicBezTo>
                  <a:pt x="904721" y="16380"/>
                  <a:pt x="704178" y="105918"/>
                  <a:pt x="825500" y="57389"/>
                </a:cubicBezTo>
                <a:cubicBezTo>
                  <a:pt x="834289" y="53873"/>
                  <a:pt x="841920" y="47682"/>
                  <a:pt x="850900" y="44689"/>
                </a:cubicBezTo>
                <a:cubicBezTo>
                  <a:pt x="861139" y="41276"/>
                  <a:pt x="872114" y="40680"/>
                  <a:pt x="882650" y="38339"/>
                </a:cubicBezTo>
                <a:cubicBezTo>
                  <a:pt x="940204" y="25549"/>
                  <a:pt x="869596" y="36886"/>
                  <a:pt x="965200" y="25639"/>
                </a:cubicBezTo>
                <a:cubicBezTo>
                  <a:pt x="982148" y="23645"/>
                  <a:pt x="999005" y="20834"/>
                  <a:pt x="1016000" y="19289"/>
                </a:cubicBezTo>
                <a:cubicBezTo>
                  <a:pt x="1228179" y="0"/>
                  <a:pt x="1008172" y="23687"/>
                  <a:pt x="1162050" y="6589"/>
                </a:cubicBezTo>
                <a:lnTo>
                  <a:pt x="1790700" y="12939"/>
                </a:lnTo>
                <a:cubicBezTo>
                  <a:pt x="1799426" y="13108"/>
                  <a:pt x="1807514" y="17728"/>
                  <a:pt x="1816100" y="19289"/>
                </a:cubicBezTo>
                <a:cubicBezTo>
                  <a:pt x="1830826" y="21966"/>
                  <a:pt x="1845733" y="23522"/>
                  <a:pt x="1860550" y="25639"/>
                </a:cubicBezTo>
                <a:lnTo>
                  <a:pt x="1898650" y="38339"/>
                </a:lnTo>
                <a:cubicBezTo>
                  <a:pt x="1905000" y="40456"/>
                  <a:pt x="1911074" y="43742"/>
                  <a:pt x="1917700" y="44689"/>
                </a:cubicBezTo>
                <a:cubicBezTo>
                  <a:pt x="1954808" y="49990"/>
                  <a:pt x="1960473" y="49961"/>
                  <a:pt x="1993900" y="57389"/>
                </a:cubicBezTo>
                <a:cubicBezTo>
                  <a:pt x="2002419" y="59282"/>
                  <a:pt x="2010692" y="62304"/>
                  <a:pt x="2019300" y="63739"/>
                </a:cubicBezTo>
                <a:cubicBezTo>
                  <a:pt x="2048827" y="68660"/>
                  <a:pt x="2079160" y="69179"/>
                  <a:pt x="2108200" y="76439"/>
                </a:cubicBezTo>
                <a:cubicBezTo>
                  <a:pt x="2182523" y="95020"/>
                  <a:pt x="2134868" y="85271"/>
                  <a:pt x="2209800" y="95489"/>
                </a:cubicBezTo>
                <a:cubicBezTo>
                  <a:pt x="2239460" y="99534"/>
                  <a:pt x="2269347" y="102318"/>
                  <a:pt x="2298700" y="108189"/>
                </a:cubicBezTo>
                <a:cubicBezTo>
                  <a:pt x="2309283" y="110306"/>
                  <a:pt x="2319731" y="113278"/>
                  <a:pt x="2330450" y="114539"/>
                </a:cubicBezTo>
                <a:cubicBezTo>
                  <a:pt x="2355763" y="117517"/>
                  <a:pt x="2381250" y="118772"/>
                  <a:pt x="2406650" y="120889"/>
                </a:cubicBezTo>
                <a:lnTo>
                  <a:pt x="2438400" y="127239"/>
                </a:lnTo>
                <a:cubicBezTo>
                  <a:pt x="2473571" y="133634"/>
                  <a:pt x="2491320" y="134296"/>
                  <a:pt x="2527300" y="146289"/>
                </a:cubicBezTo>
                <a:cubicBezTo>
                  <a:pt x="2540000" y="150522"/>
                  <a:pt x="2553921" y="152101"/>
                  <a:pt x="2565400" y="158989"/>
                </a:cubicBezTo>
                <a:cubicBezTo>
                  <a:pt x="2585471" y="171032"/>
                  <a:pt x="2601294" y="181629"/>
                  <a:pt x="2622550" y="190739"/>
                </a:cubicBezTo>
                <a:cubicBezTo>
                  <a:pt x="2628702" y="193376"/>
                  <a:pt x="2635333" y="194739"/>
                  <a:pt x="2641600" y="197089"/>
                </a:cubicBezTo>
                <a:cubicBezTo>
                  <a:pt x="2652273" y="201091"/>
                  <a:pt x="2663001" y="205012"/>
                  <a:pt x="2673350" y="209789"/>
                </a:cubicBezTo>
                <a:cubicBezTo>
                  <a:pt x="2747173" y="243861"/>
                  <a:pt x="2700166" y="227194"/>
                  <a:pt x="2743200" y="241539"/>
                </a:cubicBezTo>
                <a:cubicBezTo>
                  <a:pt x="2749550" y="247889"/>
                  <a:pt x="2756737" y="253500"/>
                  <a:pt x="2762250" y="260589"/>
                </a:cubicBezTo>
                <a:cubicBezTo>
                  <a:pt x="2795708" y="303606"/>
                  <a:pt x="2779083" y="286872"/>
                  <a:pt x="2800350" y="324089"/>
                </a:cubicBezTo>
                <a:cubicBezTo>
                  <a:pt x="2804136" y="330715"/>
                  <a:pt x="2809637" y="336313"/>
                  <a:pt x="2813050" y="343139"/>
                </a:cubicBezTo>
                <a:cubicBezTo>
                  <a:pt x="2816043" y="349126"/>
                  <a:pt x="2817561" y="355753"/>
                  <a:pt x="2819400" y="362189"/>
                </a:cubicBezTo>
                <a:cubicBezTo>
                  <a:pt x="2821798" y="370580"/>
                  <a:pt x="2821847" y="379783"/>
                  <a:pt x="2825750" y="387589"/>
                </a:cubicBezTo>
                <a:cubicBezTo>
                  <a:pt x="2830483" y="397055"/>
                  <a:pt x="2838450" y="404522"/>
                  <a:pt x="2844800" y="412989"/>
                </a:cubicBezTo>
                <a:cubicBezTo>
                  <a:pt x="2845716" y="417569"/>
                  <a:pt x="2851921" y="455421"/>
                  <a:pt x="2857500" y="463789"/>
                </a:cubicBezTo>
                <a:cubicBezTo>
                  <a:pt x="2862481" y="471261"/>
                  <a:pt x="2869461" y="477326"/>
                  <a:pt x="2876550" y="482839"/>
                </a:cubicBezTo>
                <a:cubicBezTo>
                  <a:pt x="2888598" y="492210"/>
                  <a:pt x="2914650" y="508239"/>
                  <a:pt x="2914650" y="508239"/>
                </a:cubicBezTo>
                <a:cubicBezTo>
                  <a:pt x="2918883" y="514589"/>
                  <a:pt x="2924250" y="520315"/>
                  <a:pt x="2927350" y="527289"/>
                </a:cubicBezTo>
                <a:cubicBezTo>
                  <a:pt x="2939422" y="554452"/>
                  <a:pt x="2939012" y="564930"/>
                  <a:pt x="2946400" y="590789"/>
                </a:cubicBezTo>
                <a:cubicBezTo>
                  <a:pt x="2948239" y="597225"/>
                  <a:pt x="2950989" y="603381"/>
                  <a:pt x="2952750" y="609839"/>
                </a:cubicBezTo>
                <a:cubicBezTo>
                  <a:pt x="2957343" y="626678"/>
                  <a:pt x="2961217" y="643706"/>
                  <a:pt x="2965450" y="660639"/>
                </a:cubicBezTo>
                <a:cubicBezTo>
                  <a:pt x="2967567" y="669106"/>
                  <a:pt x="2966959" y="678777"/>
                  <a:pt x="2971800" y="686039"/>
                </a:cubicBezTo>
                <a:lnTo>
                  <a:pt x="2984500" y="705089"/>
                </a:lnTo>
                <a:cubicBezTo>
                  <a:pt x="2986915" y="717165"/>
                  <a:pt x="2990691" y="742872"/>
                  <a:pt x="2997200" y="755889"/>
                </a:cubicBezTo>
                <a:cubicBezTo>
                  <a:pt x="3000613" y="762715"/>
                  <a:pt x="3005667" y="768589"/>
                  <a:pt x="3009900" y="774939"/>
                </a:cubicBezTo>
                <a:cubicBezTo>
                  <a:pt x="3012017" y="787639"/>
                  <a:pt x="3013457" y="800470"/>
                  <a:pt x="3016250" y="813039"/>
                </a:cubicBezTo>
                <a:cubicBezTo>
                  <a:pt x="3017702" y="819573"/>
                  <a:pt x="3020977" y="825595"/>
                  <a:pt x="3022600" y="832089"/>
                </a:cubicBezTo>
                <a:cubicBezTo>
                  <a:pt x="3025218" y="842560"/>
                  <a:pt x="3026609" y="853303"/>
                  <a:pt x="3028950" y="863839"/>
                </a:cubicBezTo>
                <a:cubicBezTo>
                  <a:pt x="3030843" y="872358"/>
                  <a:pt x="3033407" y="880720"/>
                  <a:pt x="3035300" y="889239"/>
                </a:cubicBezTo>
                <a:cubicBezTo>
                  <a:pt x="3045277" y="934134"/>
                  <a:pt x="3039165" y="912428"/>
                  <a:pt x="3048000" y="965439"/>
                </a:cubicBezTo>
                <a:cubicBezTo>
                  <a:pt x="3049774" y="976085"/>
                  <a:pt x="3052233" y="986606"/>
                  <a:pt x="3054350" y="997189"/>
                </a:cubicBezTo>
                <a:cubicBezTo>
                  <a:pt x="3056467" y="1022589"/>
                  <a:pt x="3060700" y="1047901"/>
                  <a:pt x="3060700" y="1073389"/>
                </a:cubicBezTo>
                <a:cubicBezTo>
                  <a:pt x="3060700" y="1244852"/>
                  <a:pt x="3060000" y="1416369"/>
                  <a:pt x="3054350" y="1587739"/>
                </a:cubicBezTo>
                <a:cubicBezTo>
                  <a:pt x="3054168" y="1593262"/>
                  <a:pt x="3041132" y="1657198"/>
                  <a:pt x="3035300" y="1676639"/>
                </a:cubicBezTo>
                <a:cubicBezTo>
                  <a:pt x="3031453" y="1689461"/>
                  <a:pt x="3025225" y="1701612"/>
                  <a:pt x="3022600" y="1714739"/>
                </a:cubicBezTo>
                <a:cubicBezTo>
                  <a:pt x="3013625" y="1759616"/>
                  <a:pt x="3019663" y="1736250"/>
                  <a:pt x="3003550" y="1784589"/>
                </a:cubicBezTo>
                <a:lnTo>
                  <a:pt x="2997200" y="1803639"/>
                </a:lnTo>
                <a:cubicBezTo>
                  <a:pt x="2995083" y="1809989"/>
                  <a:pt x="2993843" y="1816702"/>
                  <a:pt x="2990850" y="1822689"/>
                </a:cubicBezTo>
                <a:cubicBezTo>
                  <a:pt x="2986617" y="1831156"/>
                  <a:pt x="2981879" y="1839388"/>
                  <a:pt x="2978150" y="1848089"/>
                </a:cubicBezTo>
                <a:cubicBezTo>
                  <a:pt x="2933174" y="1953032"/>
                  <a:pt x="2971000" y="1881119"/>
                  <a:pt x="2940050" y="1930639"/>
                </a:cubicBezTo>
                <a:cubicBezTo>
                  <a:pt x="2933509" y="1941105"/>
                  <a:pt x="2926994" y="1951600"/>
                  <a:pt x="2921000" y="1962389"/>
                </a:cubicBezTo>
                <a:cubicBezTo>
                  <a:pt x="2910649" y="1981022"/>
                  <a:pt x="2908906" y="1990872"/>
                  <a:pt x="2895600" y="2006839"/>
                </a:cubicBezTo>
                <a:cubicBezTo>
                  <a:pt x="2885145" y="2019386"/>
                  <a:pt x="2864786" y="2036985"/>
                  <a:pt x="2851150" y="2044939"/>
                </a:cubicBezTo>
                <a:cubicBezTo>
                  <a:pt x="2832334" y="2055915"/>
                  <a:pt x="2792533" y="2075061"/>
                  <a:pt x="2768600" y="2083039"/>
                </a:cubicBezTo>
                <a:cubicBezTo>
                  <a:pt x="2760321" y="2085799"/>
                  <a:pt x="2751719" y="2087496"/>
                  <a:pt x="2743200" y="2089389"/>
                </a:cubicBezTo>
                <a:cubicBezTo>
                  <a:pt x="2732664" y="2091730"/>
                  <a:pt x="2722215" y="2094970"/>
                  <a:pt x="2711450" y="2095739"/>
                </a:cubicBezTo>
                <a:cubicBezTo>
                  <a:pt x="2662845" y="2099211"/>
                  <a:pt x="2614083" y="2099972"/>
                  <a:pt x="2565400" y="2102089"/>
                </a:cubicBezTo>
                <a:cubicBezTo>
                  <a:pt x="2550583" y="2104206"/>
                  <a:pt x="2535917" y="2108439"/>
                  <a:pt x="2520950" y="2108439"/>
                </a:cubicBezTo>
                <a:cubicBezTo>
                  <a:pt x="2381768" y="2108439"/>
                  <a:pt x="2385976" y="2107442"/>
                  <a:pt x="2292350" y="2095739"/>
                </a:cubicBezTo>
                <a:cubicBezTo>
                  <a:pt x="2281767" y="2091506"/>
                  <a:pt x="2271518" y="2086314"/>
                  <a:pt x="2260600" y="2083039"/>
                </a:cubicBezTo>
                <a:cubicBezTo>
                  <a:pt x="2240484" y="2077004"/>
                  <a:pt x="2222994" y="2077668"/>
                  <a:pt x="2203450" y="2070339"/>
                </a:cubicBezTo>
                <a:cubicBezTo>
                  <a:pt x="2194587" y="2067015"/>
                  <a:pt x="2187030" y="2060632"/>
                  <a:pt x="2178050" y="2057639"/>
                </a:cubicBezTo>
                <a:cubicBezTo>
                  <a:pt x="2161491" y="2052119"/>
                  <a:pt x="2142862" y="2052745"/>
                  <a:pt x="2127250" y="2044939"/>
                </a:cubicBezTo>
                <a:cubicBezTo>
                  <a:pt x="2106083" y="2034356"/>
                  <a:pt x="2083441" y="2026316"/>
                  <a:pt x="2063750" y="2013189"/>
                </a:cubicBezTo>
                <a:cubicBezTo>
                  <a:pt x="2057400" y="2008956"/>
                  <a:pt x="2051846" y="2003169"/>
                  <a:pt x="2044700" y="2000489"/>
                </a:cubicBezTo>
                <a:cubicBezTo>
                  <a:pt x="2034594" y="1996699"/>
                  <a:pt x="2023533" y="1996256"/>
                  <a:pt x="2012950" y="1994139"/>
                </a:cubicBezTo>
                <a:cubicBezTo>
                  <a:pt x="2000250" y="1987789"/>
                  <a:pt x="1987262" y="1981985"/>
                  <a:pt x="1974850" y="1975089"/>
                </a:cubicBezTo>
                <a:cubicBezTo>
                  <a:pt x="1968179" y="1971383"/>
                  <a:pt x="1962815" y="1965395"/>
                  <a:pt x="1955800" y="1962389"/>
                </a:cubicBezTo>
                <a:cubicBezTo>
                  <a:pt x="1870914" y="1926009"/>
                  <a:pt x="2001754" y="1994891"/>
                  <a:pt x="1898650" y="1943339"/>
                </a:cubicBezTo>
                <a:cubicBezTo>
                  <a:pt x="1887611" y="1937819"/>
                  <a:pt x="1877366" y="1930830"/>
                  <a:pt x="1866900" y="1924289"/>
                </a:cubicBezTo>
                <a:cubicBezTo>
                  <a:pt x="1860428" y="1920244"/>
                  <a:pt x="1854824" y="1914689"/>
                  <a:pt x="1847850" y="1911589"/>
                </a:cubicBezTo>
                <a:cubicBezTo>
                  <a:pt x="1835617" y="1906152"/>
                  <a:pt x="1820889" y="1906315"/>
                  <a:pt x="1809750" y="1898889"/>
                </a:cubicBezTo>
                <a:cubicBezTo>
                  <a:pt x="1803400" y="1894656"/>
                  <a:pt x="1797674" y="1889289"/>
                  <a:pt x="1790700" y="1886189"/>
                </a:cubicBezTo>
                <a:cubicBezTo>
                  <a:pt x="1778467" y="1880752"/>
                  <a:pt x="1752600" y="1873489"/>
                  <a:pt x="1752600" y="1873489"/>
                </a:cubicBezTo>
                <a:cubicBezTo>
                  <a:pt x="1702651" y="1836027"/>
                  <a:pt x="1754746" y="1870915"/>
                  <a:pt x="1689100" y="1841739"/>
                </a:cubicBezTo>
                <a:cubicBezTo>
                  <a:pt x="1635527" y="1817929"/>
                  <a:pt x="1717747" y="1836989"/>
                  <a:pt x="1631950" y="1822689"/>
                </a:cubicBezTo>
                <a:cubicBezTo>
                  <a:pt x="1587274" y="1792905"/>
                  <a:pt x="1643924" y="1827179"/>
                  <a:pt x="1581150" y="1803639"/>
                </a:cubicBezTo>
                <a:cubicBezTo>
                  <a:pt x="1574004" y="1800959"/>
                  <a:pt x="1569246" y="1793619"/>
                  <a:pt x="1562100" y="1790939"/>
                </a:cubicBezTo>
                <a:cubicBezTo>
                  <a:pt x="1551994" y="1787149"/>
                  <a:pt x="1540867" y="1787016"/>
                  <a:pt x="1530350" y="1784589"/>
                </a:cubicBezTo>
                <a:cubicBezTo>
                  <a:pt x="1430785" y="1761612"/>
                  <a:pt x="1520345" y="1780048"/>
                  <a:pt x="1447800" y="1765539"/>
                </a:cubicBezTo>
                <a:cubicBezTo>
                  <a:pt x="1401694" y="1767129"/>
                  <a:pt x="1281502" y="1765757"/>
                  <a:pt x="1212850" y="1778239"/>
                </a:cubicBezTo>
                <a:cubicBezTo>
                  <a:pt x="1206264" y="1779436"/>
                  <a:pt x="1200258" y="1782828"/>
                  <a:pt x="1193800" y="1784589"/>
                </a:cubicBezTo>
                <a:cubicBezTo>
                  <a:pt x="1176961" y="1789182"/>
                  <a:pt x="1158612" y="1789483"/>
                  <a:pt x="1143000" y="1797289"/>
                </a:cubicBezTo>
                <a:cubicBezTo>
                  <a:pt x="1134533" y="1801522"/>
                  <a:pt x="1126667" y="1807269"/>
                  <a:pt x="1117600" y="1809989"/>
                </a:cubicBezTo>
                <a:cubicBezTo>
                  <a:pt x="1105268" y="1813689"/>
                  <a:pt x="1092069" y="1813546"/>
                  <a:pt x="1079500" y="1816339"/>
                </a:cubicBezTo>
                <a:cubicBezTo>
                  <a:pt x="1072966" y="1817791"/>
                  <a:pt x="1066800" y="1820572"/>
                  <a:pt x="1060450" y="1822689"/>
                </a:cubicBezTo>
                <a:lnTo>
                  <a:pt x="1035050" y="1778239"/>
                </a:ln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폭발 2 7"/>
          <p:cNvSpPr/>
          <p:nvPr/>
        </p:nvSpPr>
        <p:spPr>
          <a:xfrm>
            <a:off x="500034" y="5072074"/>
            <a:ext cx="142876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100545" y="1612900"/>
            <a:ext cx="470955" cy="3562350"/>
          </a:xfrm>
          <a:custGeom>
            <a:avLst/>
            <a:gdLst>
              <a:gd name="connsiteX0" fmla="*/ 439205 w 470955"/>
              <a:gd name="connsiteY0" fmla="*/ 3562350 h 3562350"/>
              <a:gd name="connsiteX1" fmla="*/ 432855 w 470955"/>
              <a:gd name="connsiteY1" fmla="*/ 3536950 h 3562350"/>
              <a:gd name="connsiteX2" fmla="*/ 394755 w 470955"/>
              <a:gd name="connsiteY2" fmla="*/ 3492500 h 3562350"/>
              <a:gd name="connsiteX3" fmla="*/ 382055 w 470955"/>
              <a:gd name="connsiteY3" fmla="*/ 3467100 h 3562350"/>
              <a:gd name="connsiteX4" fmla="*/ 350305 w 470955"/>
              <a:gd name="connsiteY4" fmla="*/ 3422650 h 3562350"/>
              <a:gd name="connsiteX5" fmla="*/ 312205 w 470955"/>
              <a:gd name="connsiteY5" fmla="*/ 3371850 h 3562350"/>
              <a:gd name="connsiteX6" fmla="*/ 305855 w 470955"/>
              <a:gd name="connsiteY6" fmla="*/ 3346450 h 3562350"/>
              <a:gd name="connsiteX7" fmla="*/ 286805 w 470955"/>
              <a:gd name="connsiteY7" fmla="*/ 3321050 h 3562350"/>
              <a:gd name="connsiteX8" fmla="*/ 261405 w 470955"/>
              <a:gd name="connsiteY8" fmla="*/ 3282950 h 3562350"/>
              <a:gd name="connsiteX9" fmla="*/ 248705 w 470955"/>
              <a:gd name="connsiteY9" fmla="*/ 3257550 h 3562350"/>
              <a:gd name="connsiteX10" fmla="*/ 229655 w 470955"/>
              <a:gd name="connsiteY10" fmla="*/ 3225800 h 3562350"/>
              <a:gd name="connsiteX11" fmla="*/ 216955 w 470955"/>
              <a:gd name="connsiteY11" fmla="*/ 3194050 h 3562350"/>
              <a:gd name="connsiteX12" fmla="*/ 197905 w 470955"/>
              <a:gd name="connsiteY12" fmla="*/ 3175000 h 3562350"/>
              <a:gd name="connsiteX13" fmla="*/ 185205 w 470955"/>
              <a:gd name="connsiteY13" fmla="*/ 3143250 h 3562350"/>
              <a:gd name="connsiteX14" fmla="*/ 172505 w 470955"/>
              <a:gd name="connsiteY14" fmla="*/ 3124200 h 3562350"/>
              <a:gd name="connsiteX15" fmla="*/ 159805 w 470955"/>
              <a:gd name="connsiteY15" fmla="*/ 3079750 h 3562350"/>
              <a:gd name="connsiteX16" fmla="*/ 147105 w 470955"/>
              <a:gd name="connsiteY16" fmla="*/ 3054350 h 3562350"/>
              <a:gd name="connsiteX17" fmla="*/ 134405 w 470955"/>
              <a:gd name="connsiteY17" fmla="*/ 3016250 h 3562350"/>
              <a:gd name="connsiteX18" fmla="*/ 102655 w 470955"/>
              <a:gd name="connsiteY18" fmla="*/ 2940050 h 3562350"/>
              <a:gd name="connsiteX19" fmla="*/ 89955 w 470955"/>
              <a:gd name="connsiteY19" fmla="*/ 2901950 h 3562350"/>
              <a:gd name="connsiteX20" fmla="*/ 70905 w 470955"/>
              <a:gd name="connsiteY20" fmla="*/ 2863850 h 3562350"/>
              <a:gd name="connsiteX21" fmla="*/ 58205 w 470955"/>
              <a:gd name="connsiteY21" fmla="*/ 2819400 h 3562350"/>
              <a:gd name="connsiteX22" fmla="*/ 45505 w 470955"/>
              <a:gd name="connsiteY22" fmla="*/ 2787650 h 3562350"/>
              <a:gd name="connsiteX23" fmla="*/ 32805 w 470955"/>
              <a:gd name="connsiteY23" fmla="*/ 2736850 h 3562350"/>
              <a:gd name="connsiteX24" fmla="*/ 26455 w 470955"/>
              <a:gd name="connsiteY24" fmla="*/ 2711450 h 3562350"/>
              <a:gd name="connsiteX25" fmla="*/ 20105 w 470955"/>
              <a:gd name="connsiteY25" fmla="*/ 2635250 h 3562350"/>
              <a:gd name="connsiteX26" fmla="*/ 13755 w 470955"/>
              <a:gd name="connsiteY26" fmla="*/ 2571750 h 3562350"/>
              <a:gd name="connsiteX27" fmla="*/ 26455 w 470955"/>
              <a:gd name="connsiteY27" fmla="*/ 2089150 h 3562350"/>
              <a:gd name="connsiteX28" fmla="*/ 32805 w 470955"/>
              <a:gd name="connsiteY28" fmla="*/ 2051050 h 3562350"/>
              <a:gd name="connsiteX29" fmla="*/ 39155 w 470955"/>
              <a:gd name="connsiteY29" fmla="*/ 1987550 h 3562350"/>
              <a:gd name="connsiteX30" fmla="*/ 51855 w 470955"/>
              <a:gd name="connsiteY30" fmla="*/ 1949450 h 3562350"/>
              <a:gd name="connsiteX31" fmla="*/ 64555 w 470955"/>
              <a:gd name="connsiteY31" fmla="*/ 1898650 h 3562350"/>
              <a:gd name="connsiteX32" fmla="*/ 77255 w 470955"/>
              <a:gd name="connsiteY32" fmla="*/ 1854200 h 3562350"/>
              <a:gd name="connsiteX33" fmla="*/ 89955 w 470955"/>
              <a:gd name="connsiteY33" fmla="*/ 1828800 h 3562350"/>
              <a:gd name="connsiteX34" fmla="*/ 102655 w 470955"/>
              <a:gd name="connsiteY34" fmla="*/ 1778000 h 3562350"/>
              <a:gd name="connsiteX35" fmla="*/ 115355 w 470955"/>
              <a:gd name="connsiteY35" fmla="*/ 1733550 h 3562350"/>
              <a:gd name="connsiteX36" fmla="*/ 121705 w 470955"/>
              <a:gd name="connsiteY36" fmla="*/ 1682750 h 3562350"/>
              <a:gd name="connsiteX37" fmla="*/ 128055 w 470955"/>
              <a:gd name="connsiteY37" fmla="*/ 1663700 h 3562350"/>
              <a:gd name="connsiteX38" fmla="*/ 140755 w 470955"/>
              <a:gd name="connsiteY38" fmla="*/ 1612900 h 3562350"/>
              <a:gd name="connsiteX39" fmla="*/ 147105 w 470955"/>
              <a:gd name="connsiteY39" fmla="*/ 1587500 h 3562350"/>
              <a:gd name="connsiteX40" fmla="*/ 153455 w 470955"/>
              <a:gd name="connsiteY40" fmla="*/ 1562100 h 3562350"/>
              <a:gd name="connsiteX41" fmla="*/ 147105 w 470955"/>
              <a:gd name="connsiteY41" fmla="*/ 1117600 h 3562350"/>
              <a:gd name="connsiteX42" fmla="*/ 140755 w 470955"/>
              <a:gd name="connsiteY42" fmla="*/ 1092200 h 3562350"/>
              <a:gd name="connsiteX43" fmla="*/ 134405 w 470955"/>
              <a:gd name="connsiteY43" fmla="*/ 1022350 h 3562350"/>
              <a:gd name="connsiteX44" fmla="*/ 128055 w 470955"/>
              <a:gd name="connsiteY44" fmla="*/ 1003300 h 3562350"/>
              <a:gd name="connsiteX45" fmla="*/ 121705 w 470955"/>
              <a:gd name="connsiteY45" fmla="*/ 977900 h 3562350"/>
              <a:gd name="connsiteX46" fmla="*/ 115355 w 470955"/>
              <a:gd name="connsiteY46" fmla="*/ 895350 h 3562350"/>
              <a:gd name="connsiteX47" fmla="*/ 109005 w 470955"/>
              <a:gd name="connsiteY47" fmla="*/ 863600 h 3562350"/>
              <a:gd name="connsiteX48" fmla="*/ 102655 w 470955"/>
              <a:gd name="connsiteY48" fmla="*/ 793750 h 3562350"/>
              <a:gd name="connsiteX49" fmla="*/ 109005 w 470955"/>
              <a:gd name="connsiteY49" fmla="*/ 171450 h 3562350"/>
              <a:gd name="connsiteX50" fmla="*/ 121705 w 470955"/>
              <a:gd name="connsiteY50" fmla="*/ 95250 h 3562350"/>
              <a:gd name="connsiteX51" fmla="*/ 128055 w 470955"/>
              <a:gd name="connsiteY51" fmla="*/ 69850 h 3562350"/>
              <a:gd name="connsiteX52" fmla="*/ 140755 w 470955"/>
              <a:gd name="connsiteY52" fmla="*/ 31750 h 3562350"/>
              <a:gd name="connsiteX53" fmla="*/ 204255 w 470955"/>
              <a:gd name="connsiteY53" fmla="*/ 6350 h 3562350"/>
              <a:gd name="connsiteX54" fmla="*/ 223305 w 470955"/>
              <a:gd name="connsiteY54" fmla="*/ 0 h 3562350"/>
              <a:gd name="connsiteX55" fmla="*/ 242355 w 470955"/>
              <a:gd name="connsiteY55" fmla="*/ 6350 h 3562350"/>
              <a:gd name="connsiteX56" fmla="*/ 261405 w 470955"/>
              <a:gd name="connsiteY56" fmla="*/ 19050 h 3562350"/>
              <a:gd name="connsiteX57" fmla="*/ 286805 w 470955"/>
              <a:gd name="connsiteY57" fmla="*/ 25400 h 3562350"/>
              <a:gd name="connsiteX58" fmla="*/ 343955 w 470955"/>
              <a:gd name="connsiteY58" fmla="*/ 44450 h 3562350"/>
              <a:gd name="connsiteX59" fmla="*/ 363005 w 470955"/>
              <a:gd name="connsiteY59" fmla="*/ 50800 h 3562350"/>
              <a:gd name="connsiteX60" fmla="*/ 420155 w 470955"/>
              <a:gd name="connsiteY60" fmla="*/ 95250 h 3562350"/>
              <a:gd name="connsiteX61" fmla="*/ 439205 w 470955"/>
              <a:gd name="connsiteY61" fmla="*/ 133350 h 3562350"/>
              <a:gd name="connsiteX62" fmla="*/ 445555 w 470955"/>
              <a:gd name="connsiteY62" fmla="*/ 152400 h 3562350"/>
              <a:gd name="connsiteX63" fmla="*/ 470955 w 470955"/>
              <a:gd name="connsiteY63" fmla="*/ 184150 h 356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70955" h="3562350">
                <a:moveTo>
                  <a:pt x="439205" y="3562350"/>
                </a:moveTo>
                <a:cubicBezTo>
                  <a:pt x="437088" y="3553883"/>
                  <a:pt x="436758" y="3544756"/>
                  <a:pt x="432855" y="3536950"/>
                </a:cubicBezTo>
                <a:cubicBezTo>
                  <a:pt x="414724" y="3500687"/>
                  <a:pt x="415937" y="3522155"/>
                  <a:pt x="394755" y="3492500"/>
                </a:cubicBezTo>
                <a:cubicBezTo>
                  <a:pt x="389253" y="3484797"/>
                  <a:pt x="387137" y="3475086"/>
                  <a:pt x="382055" y="3467100"/>
                </a:cubicBezTo>
                <a:cubicBezTo>
                  <a:pt x="372279" y="3451738"/>
                  <a:pt x="360081" y="3438012"/>
                  <a:pt x="350305" y="3422650"/>
                </a:cubicBezTo>
                <a:cubicBezTo>
                  <a:pt x="318709" y="3372999"/>
                  <a:pt x="361427" y="3421072"/>
                  <a:pt x="312205" y="3371850"/>
                </a:cubicBezTo>
                <a:cubicBezTo>
                  <a:pt x="310088" y="3363383"/>
                  <a:pt x="309758" y="3354256"/>
                  <a:pt x="305855" y="3346450"/>
                </a:cubicBezTo>
                <a:cubicBezTo>
                  <a:pt x="301122" y="3336984"/>
                  <a:pt x="292874" y="3329720"/>
                  <a:pt x="286805" y="3321050"/>
                </a:cubicBezTo>
                <a:cubicBezTo>
                  <a:pt x="278052" y="3308546"/>
                  <a:pt x="269258" y="3296038"/>
                  <a:pt x="261405" y="3282950"/>
                </a:cubicBezTo>
                <a:cubicBezTo>
                  <a:pt x="256535" y="3274833"/>
                  <a:pt x="253302" y="3265825"/>
                  <a:pt x="248705" y="3257550"/>
                </a:cubicBezTo>
                <a:cubicBezTo>
                  <a:pt x="242711" y="3246761"/>
                  <a:pt x="235175" y="3236839"/>
                  <a:pt x="229655" y="3225800"/>
                </a:cubicBezTo>
                <a:cubicBezTo>
                  <a:pt x="224557" y="3215605"/>
                  <a:pt x="222996" y="3203716"/>
                  <a:pt x="216955" y="3194050"/>
                </a:cubicBezTo>
                <a:cubicBezTo>
                  <a:pt x="212195" y="3186435"/>
                  <a:pt x="204255" y="3181350"/>
                  <a:pt x="197905" y="3175000"/>
                </a:cubicBezTo>
                <a:cubicBezTo>
                  <a:pt x="193672" y="3164417"/>
                  <a:pt x="190303" y="3153445"/>
                  <a:pt x="185205" y="3143250"/>
                </a:cubicBezTo>
                <a:cubicBezTo>
                  <a:pt x="181792" y="3136424"/>
                  <a:pt x="175339" y="3131286"/>
                  <a:pt x="172505" y="3124200"/>
                </a:cubicBezTo>
                <a:cubicBezTo>
                  <a:pt x="166782" y="3109893"/>
                  <a:pt x="165071" y="3094232"/>
                  <a:pt x="159805" y="3079750"/>
                </a:cubicBezTo>
                <a:cubicBezTo>
                  <a:pt x="156570" y="3070854"/>
                  <a:pt x="150621" y="3063139"/>
                  <a:pt x="147105" y="3054350"/>
                </a:cubicBezTo>
                <a:cubicBezTo>
                  <a:pt x="142133" y="3041921"/>
                  <a:pt x="139257" y="3028727"/>
                  <a:pt x="134405" y="3016250"/>
                </a:cubicBezTo>
                <a:cubicBezTo>
                  <a:pt x="124432" y="2990604"/>
                  <a:pt x="111357" y="2966155"/>
                  <a:pt x="102655" y="2940050"/>
                </a:cubicBezTo>
                <a:cubicBezTo>
                  <a:pt x="98422" y="2927350"/>
                  <a:pt x="95104" y="2914307"/>
                  <a:pt x="89955" y="2901950"/>
                </a:cubicBezTo>
                <a:cubicBezTo>
                  <a:pt x="84494" y="2888843"/>
                  <a:pt x="76002" y="2877103"/>
                  <a:pt x="70905" y="2863850"/>
                </a:cubicBezTo>
                <a:cubicBezTo>
                  <a:pt x="65373" y="2849468"/>
                  <a:pt x="63078" y="2834019"/>
                  <a:pt x="58205" y="2819400"/>
                </a:cubicBezTo>
                <a:cubicBezTo>
                  <a:pt x="54600" y="2808586"/>
                  <a:pt x="48857" y="2798545"/>
                  <a:pt x="45505" y="2787650"/>
                </a:cubicBezTo>
                <a:cubicBezTo>
                  <a:pt x="40372" y="2770967"/>
                  <a:pt x="37038" y="2753783"/>
                  <a:pt x="32805" y="2736850"/>
                </a:cubicBezTo>
                <a:lnTo>
                  <a:pt x="26455" y="2711450"/>
                </a:lnTo>
                <a:cubicBezTo>
                  <a:pt x="24338" y="2686050"/>
                  <a:pt x="22413" y="2660633"/>
                  <a:pt x="20105" y="2635250"/>
                </a:cubicBezTo>
                <a:cubicBezTo>
                  <a:pt x="18179" y="2614065"/>
                  <a:pt x="13508" y="2593021"/>
                  <a:pt x="13755" y="2571750"/>
                </a:cubicBezTo>
                <a:cubicBezTo>
                  <a:pt x="15626" y="2410839"/>
                  <a:pt x="0" y="2247883"/>
                  <a:pt x="26455" y="2089150"/>
                </a:cubicBezTo>
                <a:cubicBezTo>
                  <a:pt x="28572" y="2076450"/>
                  <a:pt x="31208" y="2063826"/>
                  <a:pt x="32805" y="2051050"/>
                </a:cubicBezTo>
                <a:cubicBezTo>
                  <a:pt x="35443" y="2029942"/>
                  <a:pt x="35235" y="2008458"/>
                  <a:pt x="39155" y="1987550"/>
                </a:cubicBezTo>
                <a:cubicBezTo>
                  <a:pt x="41622" y="1974392"/>
                  <a:pt x="49230" y="1962577"/>
                  <a:pt x="51855" y="1949450"/>
                </a:cubicBezTo>
                <a:cubicBezTo>
                  <a:pt x="64765" y="1884899"/>
                  <a:pt x="51538" y="1944211"/>
                  <a:pt x="64555" y="1898650"/>
                </a:cubicBezTo>
                <a:cubicBezTo>
                  <a:pt x="69158" y="1882538"/>
                  <a:pt x="70730" y="1869425"/>
                  <a:pt x="77255" y="1854200"/>
                </a:cubicBezTo>
                <a:cubicBezTo>
                  <a:pt x="80984" y="1845499"/>
                  <a:pt x="85722" y="1837267"/>
                  <a:pt x="89955" y="1828800"/>
                </a:cubicBezTo>
                <a:cubicBezTo>
                  <a:pt x="102865" y="1764249"/>
                  <a:pt x="89638" y="1823561"/>
                  <a:pt x="102655" y="1778000"/>
                </a:cubicBezTo>
                <a:cubicBezTo>
                  <a:pt x="118602" y="1722186"/>
                  <a:pt x="100130" y="1779225"/>
                  <a:pt x="115355" y="1733550"/>
                </a:cubicBezTo>
                <a:cubicBezTo>
                  <a:pt x="117472" y="1716617"/>
                  <a:pt x="118652" y="1699540"/>
                  <a:pt x="121705" y="1682750"/>
                </a:cubicBezTo>
                <a:cubicBezTo>
                  <a:pt x="122902" y="1676164"/>
                  <a:pt x="126294" y="1670158"/>
                  <a:pt x="128055" y="1663700"/>
                </a:cubicBezTo>
                <a:cubicBezTo>
                  <a:pt x="132648" y="1646861"/>
                  <a:pt x="136522" y="1629833"/>
                  <a:pt x="140755" y="1612900"/>
                </a:cubicBezTo>
                <a:lnTo>
                  <a:pt x="147105" y="1587500"/>
                </a:lnTo>
                <a:lnTo>
                  <a:pt x="153455" y="1562100"/>
                </a:lnTo>
                <a:cubicBezTo>
                  <a:pt x="151338" y="1413933"/>
                  <a:pt x="151108" y="1265728"/>
                  <a:pt x="147105" y="1117600"/>
                </a:cubicBezTo>
                <a:cubicBezTo>
                  <a:pt x="146869" y="1108876"/>
                  <a:pt x="141908" y="1100851"/>
                  <a:pt x="140755" y="1092200"/>
                </a:cubicBezTo>
                <a:cubicBezTo>
                  <a:pt x="137665" y="1069026"/>
                  <a:pt x="137711" y="1045494"/>
                  <a:pt x="134405" y="1022350"/>
                </a:cubicBezTo>
                <a:cubicBezTo>
                  <a:pt x="133458" y="1015724"/>
                  <a:pt x="129894" y="1009736"/>
                  <a:pt x="128055" y="1003300"/>
                </a:cubicBezTo>
                <a:cubicBezTo>
                  <a:pt x="125657" y="994909"/>
                  <a:pt x="123822" y="986367"/>
                  <a:pt x="121705" y="977900"/>
                </a:cubicBezTo>
                <a:cubicBezTo>
                  <a:pt x="119588" y="950383"/>
                  <a:pt x="118403" y="922779"/>
                  <a:pt x="115355" y="895350"/>
                </a:cubicBezTo>
                <a:cubicBezTo>
                  <a:pt x="114163" y="884623"/>
                  <a:pt x="110344" y="874310"/>
                  <a:pt x="109005" y="863600"/>
                </a:cubicBezTo>
                <a:cubicBezTo>
                  <a:pt x="106105" y="840401"/>
                  <a:pt x="104772" y="817033"/>
                  <a:pt x="102655" y="793750"/>
                </a:cubicBezTo>
                <a:cubicBezTo>
                  <a:pt x="104772" y="586317"/>
                  <a:pt x="105128" y="378858"/>
                  <a:pt x="109005" y="171450"/>
                </a:cubicBezTo>
                <a:cubicBezTo>
                  <a:pt x="110140" y="110716"/>
                  <a:pt x="111373" y="131412"/>
                  <a:pt x="121705" y="95250"/>
                </a:cubicBezTo>
                <a:cubicBezTo>
                  <a:pt x="124103" y="86859"/>
                  <a:pt x="125547" y="78209"/>
                  <a:pt x="128055" y="69850"/>
                </a:cubicBezTo>
                <a:cubicBezTo>
                  <a:pt x="131902" y="57028"/>
                  <a:pt x="128781" y="37737"/>
                  <a:pt x="140755" y="31750"/>
                </a:cubicBezTo>
                <a:cubicBezTo>
                  <a:pt x="178129" y="13063"/>
                  <a:pt x="157175" y="22043"/>
                  <a:pt x="204255" y="6350"/>
                </a:cubicBezTo>
                <a:lnTo>
                  <a:pt x="223305" y="0"/>
                </a:lnTo>
                <a:cubicBezTo>
                  <a:pt x="229655" y="2117"/>
                  <a:pt x="236368" y="3357"/>
                  <a:pt x="242355" y="6350"/>
                </a:cubicBezTo>
                <a:cubicBezTo>
                  <a:pt x="249181" y="9763"/>
                  <a:pt x="254390" y="16044"/>
                  <a:pt x="261405" y="19050"/>
                </a:cubicBezTo>
                <a:cubicBezTo>
                  <a:pt x="269427" y="22488"/>
                  <a:pt x="278446" y="22892"/>
                  <a:pt x="286805" y="25400"/>
                </a:cubicBezTo>
                <a:cubicBezTo>
                  <a:pt x="306039" y="31170"/>
                  <a:pt x="324905" y="38100"/>
                  <a:pt x="343955" y="44450"/>
                </a:cubicBezTo>
                <a:cubicBezTo>
                  <a:pt x="350305" y="46567"/>
                  <a:pt x="357436" y="47087"/>
                  <a:pt x="363005" y="50800"/>
                </a:cubicBezTo>
                <a:cubicBezTo>
                  <a:pt x="408577" y="81181"/>
                  <a:pt x="390312" y="65407"/>
                  <a:pt x="420155" y="95250"/>
                </a:cubicBezTo>
                <a:cubicBezTo>
                  <a:pt x="436116" y="143133"/>
                  <a:pt x="414586" y="84111"/>
                  <a:pt x="439205" y="133350"/>
                </a:cubicBezTo>
                <a:cubicBezTo>
                  <a:pt x="442198" y="139337"/>
                  <a:pt x="442562" y="146413"/>
                  <a:pt x="445555" y="152400"/>
                </a:cubicBezTo>
                <a:cubicBezTo>
                  <a:pt x="453565" y="168421"/>
                  <a:pt x="459142" y="172337"/>
                  <a:pt x="470955" y="1841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4000504"/>
            <a:ext cx="5500726" cy="2418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42844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cxnSp>
        <p:nvCxnSpPr>
          <p:cNvPr id="3" name="직선 연결선 2"/>
          <p:cNvCxnSpPr/>
          <p:nvPr/>
        </p:nvCxnSpPr>
        <p:spPr>
          <a:xfrm>
            <a:off x="652402" y="1795546"/>
            <a:ext cx="82868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652402" y="2508338"/>
            <a:ext cx="8286808" cy="1588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368" y="1652670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서버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52368" y="2367050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웹 클라이언트</a:t>
            </a:r>
            <a:endParaRPr lang="ko-KR" altLang="en-US" sz="1200" dirty="0"/>
          </a:p>
        </p:txBody>
      </p:sp>
      <p:sp>
        <p:nvSpPr>
          <p:cNvPr id="8" name="오른쪽 화살표 7"/>
          <p:cNvSpPr/>
          <p:nvPr/>
        </p:nvSpPr>
        <p:spPr>
          <a:xfrm>
            <a:off x="0" y="2009864"/>
            <a:ext cx="285752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rot="5400000" flipH="1" flipV="1">
            <a:off x="3250397" y="1607331"/>
            <a:ext cx="2857520" cy="26432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1214422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3071802" y="1500174"/>
            <a:ext cx="14659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boardWriteFrm.jsp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1428728" y="193842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4000496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214310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ko-KR" altLang="en-US" sz="1200" dirty="0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795682"/>
            <a:ext cx="2571768" cy="99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폭발 2 16"/>
          <p:cNvSpPr/>
          <p:nvPr/>
        </p:nvSpPr>
        <p:spPr>
          <a:xfrm>
            <a:off x="689325" y="3438623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>
            <a:stCxn id="17" idx="0"/>
          </p:cNvCxnSpPr>
          <p:nvPr/>
        </p:nvCxnSpPr>
        <p:spPr>
          <a:xfrm rot="5400000" flipH="1" flipV="1">
            <a:off x="422357" y="1944666"/>
            <a:ext cx="1869868" cy="11430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1152608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1857356" y="1438360"/>
            <a:ext cx="1058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boardList.jsp</a:t>
            </a:r>
            <a:endParaRPr lang="ko-KR" altLang="en-US" sz="1200" dirty="0"/>
          </a:p>
        </p:txBody>
      </p:sp>
      <p:cxnSp>
        <p:nvCxnSpPr>
          <p:cNvPr id="21" name="직선 화살표 연결선 20"/>
          <p:cNvCxnSpPr/>
          <p:nvPr/>
        </p:nvCxnSpPr>
        <p:spPr>
          <a:xfrm rot="16200000" flipH="1">
            <a:off x="933474" y="3005184"/>
            <a:ext cx="2776458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폭발 2 23"/>
          <p:cNvSpPr/>
          <p:nvPr/>
        </p:nvSpPr>
        <p:spPr>
          <a:xfrm>
            <a:off x="1714480" y="4071942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rot="5400000" flipH="1" flipV="1">
            <a:off x="1607323" y="2107397"/>
            <a:ext cx="2286016" cy="15001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5748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29" name="폭발 2 28"/>
          <p:cNvSpPr/>
          <p:nvPr/>
        </p:nvSpPr>
        <p:spPr>
          <a:xfrm>
            <a:off x="3143240" y="4429132"/>
            <a:ext cx="285752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86512" y="1000108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" name="TextBox 31"/>
          <p:cNvSpPr txBox="1"/>
          <p:nvPr/>
        </p:nvSpPr>
        <p:spPr>
          <a:xfrm>
            <a:off x="5857884" y="1285860"/>
            <a:ext cx="1228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boardDetail.jsp</a:t>
            </a:r>
            <a:endParaRPr lang="ko-KR" alt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5214942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14942" y="3000372"/>
            <a:ext cx="2214578" cy="189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4" name="직선 화살표 연결선 33"/>
          <p:cNvCxnSpPr/>
          <p:nvPr/>
        </p:nvCxnSpPr>
        <p:spPr>
          <a:xfrm>
            <a:off x="3643306" y="1714488"/>
            <a:ext cx="1785950" cy="15001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572264" y="3500438"/>
            <a:ext cx="2803262" cy="781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폭발 2 38"/>
          <p:cNvSpPr/>
          <p:nvPr/>
        </p:nvSpPr>
        <p:spPr>
          <a:xfrm>
            <a:off x="6000760" y="457200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/>
          <p:cNvCxnSpPr>
            <a:stCxn id="39" idx="3"/>
          </p:cNvCxnSpPr>
          <p:nvPr/>
        </p:nvCxnSpPr>
        <p:spPr>
          <a:xfrm flipV="1">
            <a:off x="6215074" y="1428736"/>
            <a:ext cx="1357322" cy="31872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01048" y="928670"/>
            <a:ext cx="214314" cy="26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3" name="TextBox 42"/>
          <p:cNvSpPr txBox="1"/>
          <p:nvPr/>
        </p:nvSpPr>
        <p:spPr>
          <a:xfrm>
            <a:off x="7272420" y="1214422"/>
            <a:ext cx="1987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boardWriteFrmProcess.jsp</a:t>
            </a:r>
            <a:endParaRPr lang="ko-KR" altLang="en-US" sz="1200" dirty="0"/>
          </a:p>
        </p:txBody>
      </p:sp>
      <p:cxnSp>
        <p:nvCxnSpPr>
          <p:cNvPr id="45" name="직선 화살표 연결선 44"/>
          <p:cNvCxnSpPr/>
          <p:nvPr/>
        </p:nvCxnSpPr>
        <p:spPr>
          <a:xfrm rot="16200000" flipH="1">
            <a:off x="6965173" y="2464587"/>
            <a:ext cx="207170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929454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요청</a:t>
            </a:r>
            <a:endParaRPr lang="ko-KR" alt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7858148" y="214311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응답</a:t>
            </a:r>
            <a:endParaRPr lang="en-US" altLang="ko-KR" sz="1200" dirty="0" smtClean="0"/>
          </a:p>
        </p:txBody>
      </p:sp>
      <p:sp>
        <p:nvSpPr>
          <p:cNvPr id="48" name="폭발 2 47"/>
          <p:cNvSpPr/>
          <p:nvPr/>
        </p:nvSpPr>
        <p:spPr>
          <a:xfrm>
            <a:off x="8929686" y="3857628"/>
            <a:ext cx="214314" cy="14287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 48"/>
          <p:cNvSpPr/>
          <p:nvPr/>
        </p:nvSpPr>
        <p:spPr>
          <a:xfrm>
            <a:off x="2393950" y="1701800"/>
            <a:ext cx="6572250" cy="2349500"/>
          </a:xfrm>
          <a:custGeom>
            <a:avLst/>
            <a:gdLst>
              <a:gd name="connsiteX0" fmla="*/ 6572250 w 6572250"/>
              <a:gd name="connsiteY0" fmla="*/ 2311400 h 2349500"/>
              <a:gd name="connsiteX1" fmla="*/ 6521450 w 6572250"/>
              <a:gd name="connsiteY1" fmla="*/ 2286000 h 2349500"/>
              <a:gd name="connsiteX2" fmla="*/ 6496050 w 6572250"/>
              <a:gd name="connsiteY2" fmla="*/ 2273300 h 2349500"/>
              <a:gd name="connsiteX3" fmla="*/ 6400800 w 6572250"/>
              <a:gd name="connsiteY3" fmla="*/ 2241550 h 2349500"/>
              <a:gd name="connsiteX4" fmla="*/ 6362700 w 6572250"/>
              <a:gd name="connsiteY4" fmla="*/ 2228850 h 2349500"/>
              <a:gd name="connsiteX5" fmla="*/ 6343650 w 6572250"/>
              <a:gd name="connsiteY5" fmla="*/ 2222500 h 2349500"/>
              <a:gd name="connsiteX6" fmla="*/ 6299200 w 6572250"/>
              <a:gd name="connsiteY6" fmla="*/ 2216150 h 2349500"/>
              <a:gd name="connsiteX7" fmla="*/ 6248400 w 6572250"/>
              <a:gd name="connsiteY7" fmla="*/ 2203450 h 2349500"/>
              <a:gd name="connsiteX8" fmla="*/ 6229350 w 6572250"/>
              <a:gd name="connsiteY8" fmla="*/ 2197100 h 2349500"/>
              <a:gd name="connsiteX9" fmla="*/ 6184900 w 6572250"/>
              <a:gd name="connsiteY9" fmla="*/ 2190750 h 2349500"/>
              <a:gd name="connsiteX10" fmla="*/ 5949950 w 6572250"/>
              <a:gd name="connsiteY10" fmla="*/ 2203450 h 2349500"/>
              <a:gd name="connsiteX11" fmla="*/ 5911850 w 6572250"/>
              <a:gd name="connsiteY11" fmla="*/ 2209800 h 2349500"/>
              <a:gd name="connsiteX12" fmla="*/ 5861050 w 6572250"/>
              <a:gd name="connsiteY12" fmla="*/ 2222500 h 2349500"/>
              <a:gd name="connsiteX13" fmla="*/ 5835650 w 6572250"/>
              <a:gd name="connsiteY13" fmla="*/ 2228850 h 2349500"/>
              <a:gd name="connsiteX14" fmla="*/ 5797550 w 6572250"/>
              <a:gd name="connsiteY14" fmla="*/ 2241550 h 2349500"/>
              <a:gd name="connsiteX15" fmla="*/ 5740400 w 6572250"/>
              <a:gd name="connsiteY15" fmla="*/ 2260600 h 2349500"/>
              <a:gd name="connsiteX16" fmla="*/ 5721350 w 6572250"/>
              <a:gd name="connsiteY16" fmla="*/ 2266950 h 2349500"/>
              <a:gd name="connsiteX17" fmla="*/ 5670550 w 6572250"/>
              <a:gd name="connsiteY17" fmla="*/ 2279650 h 2349500"/>
              <a:gd name="connsiteX18" fmla="*/ 5562600 w 6572250"/>
              <a:gd name="connsiteY18" fmla="*/ 2298700 h 2349500"/>
              <a:gd name="connsiteX19" fmla="*/ 5524500 w 6572250"/>
              <a:gd name="connsiteY19" fmla="*/ 2305050 h 2349500"/>
              <a:gd name="connsiteX20" fmla="*/ 4927600 w 6572250"/>
              <a:gd name="connsiteY20" fmla="*/ 2317750 h 2349500"/>
              <a:gd name="connsiteX21" fmla="*/ 4660900 w 6572250"/>
              <a:gd name="connsiteY21" fmla="*/ 2330450 h 2349500"/>
              <a:gd name="connsiteX22" fmla="*/ 4616450 w 6572250"/>
              <a:gd name="connsiteY22" fmla="*/ 2336800 h 2349500"/>
              <a:gd name="connsiteX23" fmla="*/ 4559300 w 6572250"/>
              <a:gd name="connsiteY23" fmla="*/ 2343150 h 2349500"/>
              <a:gd name="connsiteX24" fmla="*/ 4457700 w 6572250"/>
              <a:gd name="connsiteY24" fmla="*/ 2349500 h 2349500"/>
              <a:gd name="connsiteX25" fmla="*/ 3873500 w 6572250"/>
              <a:gd name="connsiteY25" fmla="*/ 2343150 h 2349500"/>
              <a:gd name="connsiteX26" fmla="*/ 3829050 w 6572250"/>
              <a:gd name="connsiteY26" fmla="*/ 2336800 h 2349500"/>
              <a:gd name="connsiteX27" fmla="*/ 3759200 w 6572250"/>
              <a:gd name="connsiteY27" fmla="*/ 2324100 h 2349500"/>
              <a:gd name="connsiteX28" fmla="*/ 3714750 w 6572250"/>
              <a:gd name="connsiteY28" fmla="*/ 2311400 h 2349500"/>
              <a:gd name="connsiteX29" fmla="*/ 3625850 w 6572250"/>
              <a:gd name="connsiteY29" fmla="*/ 2298700 h 2349500"/>
              <a:gd name="connsiteX30" fmla="*/ 3549650 w 6572250"/>
              <a:gd name="connsiteY30" fmla="*/ 2286000 h 2349500"/>
              <a:gd name="connsiteX31" fmla="*/ 3511550 w 6572250"/>
              <a:gd name="connsiteY31" fmla="*/ 2279650 h 2349500"/>
              <a:gd name="connsiteX32" fmla="*/ 3435350 w 6572250"/>
              <a:gd name="connsiteY32" fmla="*/ 2266950 h 2349500"/>
              <a:gd name="connsiteX33" fmla="*/ 3390900 w 6572250"/>
              <a:gd name="connsiteY33" fmla="*/ 2254250 h 2349500"/>
              <a:gd name="connsiteX34" fmla="*/ 3371850 w 6572250"/>
              <a:gd name="connsiteY34" fmla="*/ 2247900 h 2349500"/>
              <a:gd name="connsiteX35" fmla="*/ 3295650 w 6572250"/>
              <a:gd name="connsiteY35" fmla="*/ 2228850 h 2349500"/>
              <a:gd name="connsiteX36" fmla="*/ 3244850 w 6572250"/>
              <a:gd name="connsiteY36" fmla="*/ 2216150 h 2349500"/>
              <a:gd name="connsiteX37" fmla="*/ 3187700 w 6572250"/>
              <a:gd name="connsiteY37" fmla="*/ 2190750 h 2349500"/>
              <a:gd name="connsiteX38" fmla="*/ 3162300 w 6572250"/>
              <a:gd name="connsiteY38" fmla="*/ 2184400 h 2349500"/>
              <a:gd name="connsiteX39" fmla="*/ 3143250 w 6572250"/>
              <a:gd name="connsiteY39" fmla="*/ 2171700 h 2349500"/>
              <a:gd name="connsiteX40" fmla="*/ 3111500 w 6572250"/>
              <a:gd name="connsiteY40" fmla="*/ 2165350 h 2349500"/>
              <a:gd name="connsiteX41" fmla="*/ 3086100 w 6572250"/>
              <a:gd name="connsiteY41" fmla="*/ 2159000 h 2349500"/>
              <a:gd name="connsiteX42" fmla="*/ 3060700 w 6572250"/>
              <a:gd name="connsiteY42" fmla="*/ 2146300 h 2349500"/>
              <a:gd name="connsiteX43" fmla="*/ 2978150 w 6572250"/>
              <a:gd name="connsiteY43" fmla="*/ 2120900 h 2349500"/>
              <a:gd name="connsiteX44" fmla="*/ 2921000 w 6572250"/>
              <a:gd name="connsiteY44" fmla="*/ 2095500 h 2349500"/>
              <a:gd name="connsiteX45" fmla="*/ 2863850 w 6572250"/>
              <a:gd name="connsiteY45" fmla="*/ 2076450 h 2349500"/>
              <a:gd name="connsiteX46" fmla="*/ 2844800 w 6572250"/>
              <a:gd name="connsiteY46" fmla="*/ 2070100 h 2349500"/>
              <a:gd name="connsiteX47" fmla="*/ 2781300 w 6572250"/>
              <a:gd name="connsiteY47" fmla="*/ 2044700 h 2349500"/>
              <a:gd name="connsiteX48" fmla="*/ 2749550 w 6572250"/>
              <a:gd name="connsiteY48" fmla="*/ 2032000 h 2349500"/>
              <a:gd name="connsiteX49" fmla="*/ 2724150 w 6572250"/>
              <a:gd name="connsiteY49" fmla="*/ 2019300 h 2349500"/>
              <a:gd name="connsiteX50" fmla="*/ 2705100 w 6572250"/>
              <a:gd name="connsiteY50" fmla="*/ 2012950 h 2349500"/>
              <a:gd name="connsiteX51" fmla="*/ 2654300 w 6572250"/>
              <a:gd name="connsiteY51" fmla="*/ 1987550 h 2349500"/>
              <a:gd name="connsiteX52" fmla="*/ 2622550 w 6572250"/>
              <a:gd name="connsiteY52" fmla="*/ 1974850 h 2349500"/>
              <a:gd name="connsiteX53" fmla="*/ 2603500 w 6572250"/>
              <a:gd name="connsiteY53" fmla="*/ 1962150 h 2349500"/>
              <a:gd name="connsiteX54" fmla="*/ 2578100 w 6572250"/>
              <a:gd name="connsiteY54" fmla="*/ 1949450 h 2349500"/>
              <a:gd name="connsiteX55" fmla="*/ 2559050 w 6572250"/>
              <a:gd name="connsiteY55" fmla="*/ 1936750 h 2349500"/>
              <a:gd name="connsiteX56" fmla="*/ 2508250 w 6572250"/>
              <a:gd name="connsiteY56" fmla="*/ 1911350 h 2349500"/>
              <a:gd name="connsiteX57" fmla="*/ 2470150 w 6572250"/>
              <a:gd name="connsiteY57" fmla="*/ 1892300 h 2349500"/>
              <a:gd name="connsiteX58" fmla="*/ 2406650 w 6572250"/>
              <a:gd name="connsiteY58" fmla="*/ 1860550 h 2349500"/>
              <a:gd name="connsiteX59" fmla="*/ 2336800 w 6572250"/>
              <a:gd name="connsiteY59" fmla="*/ 1835150 h 2349500"/>
              <a:gd name="connsiteX60" fmla="*/ 2178050 w 6572250"/>
              <a:gd name="connsiteY60" fmla="*/ 1752600 h 2349500"/>
              <a:gd name="connsiteX61" fmla="*/ 2108200 w 6572250"/>
              <a:gd name="connsiteY61" fmla="*/ 1720850 h 2349500"/>
              <a:gd name="connsiteX62" fmla="*/ 1987550 w 6572250"/>
              <a:gd name="connsiteY62" fmla="*/ 1651000 h 2349500"/>
              <a:gd name="connsiteX63" fmla="*/ 1962150 w 6572250"/>
              <a:gd name="connsiteY63" fmla="*/ 1638300 h 2349500"/>
              <a:gd name="connsiteX64" fmla="*/ 1936750 w 6572250"/>
              <a:gd name="connsiteY64" fmla="*/ 1619250 h 2349500"/>
              <a:gd name="connsiteX65" fmla="*/ 1866900 w 6572250"/>
              <a:gd name="connsiteY65" fmla="*/ 1574800 h 2349500"/>
              <a:gd name="connsiteX66" fmla="*/ 1828800 w 6572250"/>
              <a:gd name="connsiteY66" fmla="*/ 1549400 h 2349500"/>
              <a:gd name="connsiteX67" fmla="*/ 1809750 w 6572250"/>
              <a:gd name="connsiteY67" fmla="*/ 1536700 h 2349500"/>
              <a:gd name="connsiteX68" fmla="*/ 1758950 w 6572250"/>
              <a:gd name="connsiteY68" fmla="*/ 1511300 h 2349500"/>
              <a:gd name="connsiteX69" fmla="*/ 1733550 w 6572250"/>
              <a:gd name="connsiteY69" fmla="*/ 1498600 h 2349500"/>
              <a:gd name="connsiteX70" fmla="*/ 1695450 w 6572250"/>
              <a:gd name="connsiteY70" fmla="*/ 1479550 h 2349500"/>
              <a:gd name="connsiteX71" fmla="*/ 1657350 w 6572250"/>
              <a:gd name="connsiteY71" fmla="*/ 1460500 h 2349500"/>
              <a:gd name="connsiteX72" fmla="*/ 1587500 w 6572250"/>
              <a:gd name="connsiteY72" fmla="*/ 1403350 h 2349500"/>
              <a:gd name="connsiteX73" fmla="*/ 1562100 w 6572250"/>
              <a:gd name="connsiteY73" fmla="*/ 1365250 h 2349500"/>
              <a:gd name="connsiteX74" fmla="*/ 1549400 w 6572250"/>
              <a:gd name="connsiteY74" fmla="*/ 1339850 h 2349500"/>
              <a:gd name="connsiteX75" fmla="*/ 1441450 w 6572250"/>
              <a:gd name="connsiteY75" fmla="*/ 1276350 h 2349500"/>
              <a:gd name="connsiteX76" fmla="*/ 1422400 w 6572250"/>
              <a:gd name="connsiteY76" fmla="*/ 1263650 h 2349500"/>
              <a:gd name="connsiteX77" fmla="*/ 1333500 w 6572250"/>
              <a:gd name="connsiteY77" fmla="*/ 1238250 h 2349500"/>
              <a:gd name="connsiteX78" fmla="*/ 1270000 w 6572250"/>
              <a:gd name="connsiteY78" fmla="*/ 1225550 h 2349500"/>
              <a:gd name="connsiteX79" fmla="*/ 1231900 w 6572250"/>
              <a:gd name="connsiteY79" fmla="*/ 1212850 h 2349500"/>
              <a:gd name="connsiteX80" fmla="*/ 1162050 w 6572250"/>
              <a:gd name="connsiteY80" fmla="*/ 1193800 h 2349500"/>
              <a:gd name="connsiteX81" fmla="*/ 1123950 w 6572250"/>
              <a:gd name="connsiteY81" fmla="*/ 1187450 h 2349500"/>
              <a:gd name="connsiteX82" fmla="*/ 1085850 w 6572250"/>
              <a:gd name="connsiteY82" fmla="*/ 1174750 h 2349500"/>
              <a:gd name="connsiteX83" fmla="*/ 990600 w 6572250"/>
              <a:gd name="connsiteY83" fmla="*/ 1155700 h 2349500"/>
              <a:gd name="connsiteX84" fmla="*/ 965200 w 6572250"/>
              <a:gd name="connsiteY84" fmla="*/ 1143000 h 2349500"/>
              <a:gd name="connsiteX85" fmla="*/ 908050 w 6572250"/>
              <a:gd name="connsiteY85" fmla="*/ 1130300 h 2349500"/>
              <a:gd name="connsiteX86" fmla="*/ 857250 w 6572250"/>
              <a:gd name="connsiteY86" fmla="*/ 1111250 h 2349500"/>
              <a:gd name="connsiteX87" fmla="*/ 838200 w 6572250"/>
              <a:gd name="connsiteY87" fmla="*/ 1104900 h 2349500"/>
              <a:gd name="connsiteX88" fmla="*/ 819150 w 6572250"/>
              <a:gd name="connsiteY88" fmla="*/ 1092200 h 2349500"/>
              <a:gd name="connsiteX89" fmla="*/ 793750 w 6572250"/>
              <a:gd name="connsiteY89" fmla="*/ 1079500 h 2349500"/>
              <a:gd name="connsiteX90" fmla="*/ 755650 w 6572250"/>
              <a:gd name="connsiteY90" fmla="*/ 1054100 h 2349500"/>
              <a:gd name="connsiteX91" fmla="*/ 736600 w 6572250"/>
              <a:gd name="connsiteY91" fmla="*/ 1041400 h 2349500"/>
              <a:gd name="connsiteX92" fmla="*/ 711200 w 6572250"/>
              <a:gd name="connsiteY92" fmla="*/ 1028700 h 2349500"/>
              <a:gd name="connsiteX93" fmla="*/ 692150 w 6572250"/>
              <a:gd name="connsiteY93" fmla="*/ 1009650 h 2349500"/>
              <a:gd name="connsiteX94" fmla="*/ 666750 w 6572250"/>
              <a:gd name="connsiteY94" fmla="*/ 996950 h 2349500"/>
              <a:gd name="connsiteX95" fmla="*/ 647700 w 6572250"/>
              <a:gd name="connsiteY95" fmla="*/ 984250 h 2349500"/>
              <a:gd name="connsiteX96" fmla="*/ 615950 w 6572250"/>
              <a:gd name="connsiteY96" fmla="*/ 946150 h 2349500"/>
              <a:gd name="connsiteX97" fmla="*/ 596900 w 6572250"/>
              <a:gd name="connsiteY97" fmla="*/ 939800 h 2349500"/>
              <a:gd name="connsiteX98" fmla="*/ 565150 w 6572250"/>
              <a:gd name="connsiteY98" fmla="*/ 895350 h 2349500"/>
              <a:gd name="connsiteX99" fmla="*/ 520700 w 6572250"/>
              <a:gd name="connsiteY99" fmla="*/ 850900 h 2349500"/>
              <a:gd name="connsiteX100" fmla="*/ 501650 w 6572250"/>
              <a:gd name="connsiteY100" fmla="*/ 831850 h 2349500"/>
              <a:gd name="connsiteX101" fmla="*/ 438150 w 6572250"/>
              <a:gd name="connsiteY101" fmla="*/ 736600 h 2349500"/>
              <a:gd name="connsiteX102" fmla="*/ 425450 w 6572250"/>
              <a:gd name="connsiteY102" fmla="*/ 717550 h 2349500"/>
              <a:gd name="connsiteX103" fmla="*/ 412750 w 6572250"/>
              <a:gd name="connsiteY103" fmla="*/ 698500 h 2349500"/>
              <a:gd name="connsiteX104" fmla="*/ 400050 w 6572250"/>
              <a:gd name="connsiteY104" fmla="*/ 673100 h 2349500"/>
              <a:gd name="connsiteX105" fmla="*/ 368300 w 6572250"/>
              <a:gd name="connsiteY105" fmla="*/ 603250 h 2349500"/>
              <a:gd name="connsiteX106" fmla="*/ 349250 w 6572250"/>
              <a:gd name="connsiteY106" fmla="*/ 590550 h 2349500"/>
              <a:gd name="connsiteX107" fmla="*/ 336550 w 6572250"/>
              <a:gd name="connsiteY107" fmla="*/ 571500 h 2349500"/>
              <a:gd name="connsiteX108" fmla="*/ 323850 w 6572250"/>
              <a:gd name="connsiteY108" fmla="*/ 546100 h 2349500"/>
              <a:gd name="connsiteX109" fmla="*/ 304800 w 6572250"/>
              <a:gd name="connsiteY109" fmla="*/ 520700 h 2349500"/>
              <a:gd name="connsiteX110" fmla="*/ 292100 w 6572250"/>
              <a:gd name="connsiteY110" fmla="*/ 501650 h 2349500"/>
              <a:gd name="connsiteX111" fmla="*/ 260350 w 6572250"/>
              <a:gd name="connsiteY111" fmla="*/ 457200 h 2349500"/>
              <a:gd name="connsiteX112" fmla="*/ 215900 w 6572250"/>
              <a:gd name="connsiteY112" fmla="*/ 387350 h 2349500"/>
              <a:gd name="connsiteX113" fmla="*/ 209550 w 6572250"/>
              <a:gd name="connsiteY113" fmla="*/ 361950 h 2349500"/>
              <a:gd name="connsiteX114" fmla="*/ 190500 w 6572250"/>
              <a:gd name="connsiteY114" fmla="*/ 336550 h 2349500"/>
              <a:gd name="connsiteX115" fmla="*/ 177800 w 6572250"/>
              <a:gd name="connsiteY115" fmla="*/ 317500 h 2349500"/>
              <a:gd name="connsiteX116" fmla="*/ 165100 w 6572250"/>
              <a:gd name="connsiteY116" fmla="*/ 292100 h 2349500"/>
              <a:gd name="connsiteX117" fmla="*/ 152400 w 6572250"/>
              <a:gd name="connsiteY117" fmla="*/ 273050 h 2349500"/>
              <a:gd name="connsiteX118" fmla="*/ 139700 w 6572250"/>
              <a:gd name="connsiteY118" fmla="*/ 247650 h 2349500"/>
              <a:gd name="connsiteX119" fmla="*/ 127000 w 6572250"/>
              <a:gd name="connsiteY119" fmla="*/ 228600 h 2349500"/>
              <a:gd name="connsiteX120" fmla="*/ 120650 w 6572250"/>
              <a:gd name="connsiteY120" fmla="*/ 209550 h 2349500"/>
              <a:gd name="connsiteX121" fmla="*/ 107950 w 6572250"/>
              <a:gd name="connsiteY121" fmla="*/ 184150 h 2349500"/>
              <a:gd name="connsiteX122" fmla="*/ 101600 w 6572250"/>
              <a:gd name="connsiteY122" fmla="*/ 165100 h 2349500"/>
              <a:gd name="connsiteX123" fmla="*/ 88900 w 6572250"/>
              <a:gd name="connsiteY123" fmla="*/ 146050 h 2349500"/>
              <a:gd name="connsiteX124" fmla="*/ 82550 w 6572250"/>
              <a:gd name="connsiteY124" fmla="*/ 127000 h 2349500"/>
              <a:gd name="connsiteX125" fmla="*/ 69850 w 6572250"/>
              <a:gd name="connsiteY125" fmla="*/ 107950 h 2349500"/>
              <a:gd name="connsiteX126" fmla="*/ 63500 w 6572250"/>
              <a:gd name="connsiteY126" fmla="*/ 88900 h 2349500"/>
              <a:gd name="connsiteX127" fmla="*/ 19050 w 6572250"/>
              <a:gd name="connsiteY127" fmla="*/ 31750 h 2349500"/>
              <a:gd name="connsiteX128" fmla="*/ 0 w 6572250"/>
              <a:gd name="connsiteY128" fmla="*/ 0 h 234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6572250" h="2349500">
                <a:moveTo>
                  <a:pt x="6572250" y="2311400"/>
                </a:moveTo>
                <a:lnTo>
                  <a:pt x="6521450" y="2286000"/>
                </a:lnTo>
                <a:cubicBezTo>
                  <a:pt x="6512983" y="2281767"/>
                  <a:pt x="6505030" y="2276293"/>
                  <a:pt x="6496050" y="2273300"/>
                </a:cubicBezTo>
                <a:lnTo>
                  <a:pt x="6400800" y="2241550"/>
                </a:lnTo>
                <a:lnTo>
                  <a:pt x="6362700" y="2228850"/>
                </a:lnTo>
                <a:cubicBezTo>
                  <a:pt x="6356350" y="2226733"/>
                  <a:pt x="6350276" y="2223447"/>
                  <a:pt x="6343650" y="2222500"/>
                </a:cubicBezTo>
                <a:cubicBezTo>
                  <a:pt x="6328833" y="2220383"/>
                  <a:pt x="6313876" y="2219085"/>
                  <a:pt x="6299200" y="2216150"/>
                </a:cubicBezTo>
                <a:cubicBezTo>
                  <a:pt x="6282084" y="2212727"/>
                  <a:pt x="6264959" y="2208970"/>
                  <a:pt x="6248400" y="2203450"/>
                </a:cubicBezTo>
                <a:cubicBezTo>
                  <a:pt x="6242050" y="2201333"/>
                  <a:pt x="6235914" y="2198413"/>
                  <a:pt x="6229350" y="2197100"/>
                </a:cubicBezTo>
                <a:cubicBezTo>
                  <a:pt x="6214674" y="2194165"/>
                  <a:pt x="6199717" y="2192867"/>
                  <a:pt x="6184900" y="2190750"/>
                </a:cubicBezTo>
                <a:cubicBezTo>
                  <a:pt x="6020993" y="2196214"/>
                  <a:pt x="6047508" y="2188441"/>
                  <a:pt x="5949950" y="2203450"/>
                </a:cubicBezTo>
                <a:cubicBezTo>
                  <a:pt x="5937225" y="2205408"/>
                  <a:pt x="5924439" y="2207102"/>
                  <a:pt x="5911850" y="2209800"/>
                </a:cubicBezTo>
                <a:cubicBezTo>
                  <a:pt x="5894783" y="2213457"/>
                  <a:pt x="5877983" y="2218267"/>
                  <a:pt x="5861050" y="2222500"/>
                </a:cubicBezTo>
                <a:cubicBezTo>
                  <a:pt x="5852583" y="2224617"/>
                  <a:pt x="5843929" y="2226090"/>
                  <a:pt x="5835650" y="2228850"/>
                </a:cubicBezTo>
                <a:lnTo>
                  <a:pt x="5797550" y="2241550"/>
                </a:lnTo>
                <a:lnTo>
                  <a:pt x="5740400" y="2260600"/>
                </a:lnTo>
                <a:cubicBezTo>
                  <a:pt x="5734050" y="2262717"/>
                  <a:pt x="5727844" y="2265327"/>
                  <a:pt x="5721350" y="2266950"/>
                </a:cubicBezTo>
                <a:cubicBezTo>
                  <a:pt x="5704417" y="2271183"/>
                  <a:pt x="5687666" y="2276227"/>
                  <a:pt x="5670550" y="2279650"/>
                </a:cubicBezTo>
                <a:cubicBezTo>
                  <a:pt x="5613550" y="2291050"/>
                  <a:pt x="5649446" y="2284226"/>
                  <a:pt x="5562600" y="2298700"/>
                </a:cubicBezTo>
                <a:cubicBezTo>
                  <a:pt x="5549900" y="2300817"/>
                  <a:pt x="5537363" y="2304491"/>
                  <a:pt x="5524500" y="2305050"/>
                </a:cubicBezTo>
                <a:cubicBezTo>
                  <a:pt x="5228294" y="2317929"/>
                  <a:pt x="5427174" y="2310714"/>
                  <a:pt x="4927600" y="2317750"/>
                </a:cubicBezTo>
                <a:lnTo>
                  <a:pt x="4660900" y="2330450"/>
                </a:lnTo>
                <a:cubicBezTo>
                  <a:pt x="4645981" y="2331644"/>
                  <a:pt x="4631302" y="2334944"/>
                  <a:pt x="4616450" y="2336800"/>
                </a:cubicBezTo>
                <a:cubicBezTo>
                  <a:pt x="4597431" y="2339177"/>
                  <a:pt x="4578406" y="2341622"/>
                  <a:pt x="4559300" y="2343150"/>
                </a:cubicBezTo>
                <a:cubicBezTo>
                  <a:pt x="4525475" y="2345856"/>
                  <a:pt x="4491567" y="2347383"/>
                  <a:pt x="4457700" y="2349500"/>
                </a:cubicBezTo>
                <a:lnTo>
                  <a:pt x="3873500" y="2343150"/>
                </a:lnTo>
                <a:cubicBezTo>
                  <a:pt x="3858536" y="2342848"/>
                  <a:pt x="3843843" y="2339076"/>
                  <a:pt x="3829050" y="2336800"/>
                </a:cubicBezTo>
                <a:cubicBezTo>
                  <a:pt x="3814330" y="2334535"/>
                  <a:pt x="3775052" y="2328063"/>
                  <a:pt x="3759200" y="2324100"/>
                </a:cubicBezTo>
                <a:cubicBezTo>
                  <a:pt x="3744251" y="2320363"/>
                  <a:pt x="3729887" y="2314283"/>
                  <a:pt x="3714750" y="2311400"/>
                </a:cubicBezTo>
                <a:cubicBezTo>
                  <a:pt x="3685344" y="2305799"/>
                  <a:pt x="3655377" y="2303621"/>
                  <a:pt x="3625850" y="2298700"/>
                </a:cubicBezTo>
                <a:lnTo>
                  <a:pt x="3549650" y="2286000"/>
                </a:lnTo>
                <a:cubicBezTo>
                  <a:pt x="3536950" y="2283883"/>
                  <a:pt x="3524041" y="2282773"/>
                  <a:pt x="3511550" y="2279650"/>
                </a:cubicBezTo>
                <a:cubicBezTo>
                  <a:pt x="3469594" y="2269161"/>
                  <a:pt x="3494810" y="2274382"/>
                  <a:pt x="3435350" y="2266950"/>
                </a:cubicBezTo>
                <a:cubicBezTo>
                  <a:pt x="3389675" y="2251725"/>
                  <a:pt x="3446714" y="2270197"/>
                  <a:pt x="3390900" y="2254250"/>
                </a:cubicBezTo>
                <a:cubicBezTo>
                  <a:pt x="3384464" y="2252411"/>
                  <a:pt x="3378317" y="2249625"/>
                  <a:pt x="3371850" y="2247900"/>
                </a:cubicBezTo>
                <a:cubicBezTo>
                  <a:pt x="3346552" y="2241154"/>
                  <a:pt x="3320488" y="2237129"/>
                  <a:pt x="3295650" y="2228850"/>
                </a:cubicBezTo>
                <a:cubicBezTo>
                  <a:pt x="3266361" y="2219087"/>
                  <a:pt x="3283164" y="2223813"/>
                  <a:pt x="3244850" y="2216150"/>
                </a:cubicBezTo>
                <a:cubicBezTo>
                  <a:pt x="3222721" y="2205086"/>
                  <a:pt x="3212023" y="2198858"/>
                  <a:pt x="3187700" y="2190750"/>
                </a:cubicBezTo>
                <a:cubicBezTo>
                  <a:pt x="3179421" y="2187990"/>
                  <a:pt x="3170767" y="2186517"/>
                  <a:pt x="3162300" y="2184400"/>
                </a:cubicBezTo>
                <a:cubicBezTo>
                  <a:pt x="3155950" y="2180167"/>
                  <a:pt x="3150396" y="2174380"/>
                  <a:pt x="3143250" y="2171700"/>
                </a:cubicBezTo>
                <a:cubicBezTo>
                  <a:pt x="3133144" y="2167910"/>
                  <a:pt x="3122036" y="2167691"/>
                  <a:pt x="3111500" y="2165350"/>
                </a:cubicBezTo>
                <a:cubicBezTo>
                  <a:pt x="3102981" y="2163457"/>
                  <a:pt x="3094272" y="2162064"/>
                  <a:pt x="3086100" y="2159000"/>
                </a:cubicBezTo>
                <a:cubicBezTo>
                  <a:pt x="3077237" y="2155676"/>
                  <a:pt x="3069489" y="2149816"/>
                  <a:pt x="3060700" y="2146300"/>
                </a:cubicBezTo>
                <a:cubicBezTo>
                  <a:pt x="3025130" y="2132072"/>
                  <a:pt x="3015732" y="2133427"/>
                  <a:pt x="2978150" y="2120900"/>
                </a:cubicBezTo>
                <a:cubicBezTo>
                  <a:pt x="2893871" y="2092807"/>
                  <a:pt x="2992919" y="2123161"/>
                  <a:pt x="2921000" y="2095500"/>
                </a:cubicBezTo>
                <a:cubicBezTo>
                  <a:pt x="2902258" y="2088292"/>
                  <a:pt x="2882900" y="2082800"/>
                  <a:pt x="2863850" y="2076450"/>
                </a:cubicBezTo>
                <a:cubicBezTo>
                  <a:pt x="2857500" y="2074333"/>
                  <a:pt x="2850787" y="2073093"/>
                  <a:pt x="2844800" y="2070100"/>
                </a:cubicBezTo>
                <a:cubicBezTo>
                  <a:pt x="2785232" y="2040316"/>
                  <a:pt x="2859767" y="2076087"/>
                  <a:pt x="2781300" y="2044700"/>
                </a:cubicBezTo>
                <a:cubicBezTo>
                  <a:pt x="2770717" y="2040467"/>
                  <a:pt x="2759966" y="2036629"/>
                  <a:pt x="2749550" y="2032000"/>
                </a:cubicBezTo>
                <a:cubicBezTo>
                  <a:pt x="2740900" y="2028155"/>
                  <a:pt x="2732851" y="2023029"/>
                  <a:pt x="2724150" y="2019300"/>
                </a:cubicBezTo>
                <a:cubicBezTo>
                  <a:pt x="2717998" y="2016663"/>
                  <a:pt x="2711194" y="2015720"/>
                  <a:pt x="2705100" y="2012950"/>
                </a:cubicBezTo>
                <a:cubicBezTo>
                  <a:pt x="2687865" y="2005116"/>
                  <a:pt x="2671878" y="1994581"/>
                  <a:pt x="2654300" y="1987550"/>
                </a:cubicBezTo>
                <a:cubicBezTo>
                  <a:pt x="2643717" y="1983317"/>
                  <a:pt x="2632745" y="1979948"/>
                  <a:pt x="2622550" y="1974850"/>
                </a:cubicBezTo>
                <a:cubicBezTo>
                  <a:pt x="2615724" y="1971437"/>
                  <a:pt x="2610126" y="1965936"/>
                  <a:pt x="2603500" y="1962150"/>
                </a:cubicBezTo>
                <a:cubicBezTo>
                  <a:pt x="2595281" y="1957454"/>
                  <a:pt x="2586319" y="1954146"/>
                  <a:pt x="2578100" y="1949450"/>
                </a:cubicBezTo>
                <a:cubicBezTo>
                  <a:pt x="2571474" y="1945664"/>
                  <a:pt x="2565750" y="1940404"/>
                  <a:pt x="2559050" y="1936750"/>
                </a:cubicBezTo>
                <a:cubicBezTo>
                  <a:pt x="2542430" y="1927684"/>
                  <a:pt x="2525183" y="1919817"/>
                  <a:pt x="2508250" y="1911350"/>
                </a:cubicBezTo>
                <a:lnTo>
                  <a:pt x="2470150" y="1892300"/>
                </a:lnTo>
                <a:cubicBezTo>
                  <a:pt x="2448983" y="1881717"/>
                  <a:pt x="2428890" y="1868637"/>
                  <a:pt x="2406650" y="1860550"/>
                </a:cubicBezTo>
                <a:cubicBezTo>
                  <a:pt x="2383367" y="1852083"/>
                  <a:pt x="2359203" y="1845729"/>
                  <a:pt x="2336800" y="1835150"/>
                </a:cubicBezTo>
                <a:cubicBezTo>
                  <a:pt x="2282867" y="1809682"/>
                  <a:pt x="2231397" y="1779273"/>
                  <a:pt x="2178050" y="1752600"/>
                </a:cubicBezTo>
                <a:cubicBezTo>
                  <a:pt x="2155174" y="1741162"/>
                  <a:pt x="2130334" y="1733664"/>
                  <a:pt x="2108200" y="1720850"/>
                </a:cubicBezTo>
                <a:cubicBezTo>
                  <a:pt x="2067983" y="1697567"/>
                  <a:pt x="2029114" y="1671782"/>
                  <a:pt x="1987550" y="1651000"/>
                </a:cubicBezTo>
                <a:cubicBezTo>
                  <a:pt x="1979083" y="1646767"/>
                  <a:pt x="1970177" y="1643317"/>
                  <a:pt x="1962150" y="1638300"/>
                </a:cubicBezTo>
                <a:cubicBezTo>
                  <a:pt x="1953175" y="1632691"/>
                  <a:pt x="1945420" y="1625319"/>
                  <a:pt x="1936750" y="1619250"/>
                </a:cubicBezTo>
                <a:cubicBezTo>
                  <a:pt x="1825847" y="1541618"/>
                  <a:pt x="1962303" y="1638402"/>
                  <a:pt x="1866900" y="1574800"/>
                </a:cubicBezTo>
                <a:lnTo>
                  <a:pt x="1828800" y="1549400"/>
                </a:lnTo>
                <a:cubicBezTo>
                  <a:pt x="1822450" y="1545167"/>
                  <a:pt x="1816576" y="1540113"/>
                  <a:pt x="1809750" y="1536700"/>
                </a:cubicBezTo>
                <a:lnTo>
                  <a:pt x="1758950" y="1511300"/>
                </a:lnTo>
                <a:cubicBezTo>
                  <a:pt x="1750483" y="1507067"/>
                  <a:pt x="1741426" y="1503851"/>
                  <a:pt x="1733550" y="1498600"/>
                </a:cubicBezTo>
                <a:cubicBezTo>
                  <a:pt x="1678955" y="1462204"/>
                  <a:pt x="1748030" y="1505840"/>
                  <a:pt x="1695450" y="1479550"/>
                </a:cubicBezTo>
                <a:cubicBezTo>
                  <a:pt x="1646211" y="1454931"/>
                  <a:pt x="1705233" y="1476461"/>
                  <a:pt x="1657350" y="1460500"/>
                </a:cubicBezTo>
                <a:cubicBezTo>
                  <a:pt x="1642128" y="1449083"/>
                  <a:pt x="1603375" y="1423760"/>
                  <a:pt x="1587500" y="1403350"/>
                </a:cubicBezTo>
                <a:cubicBezTo>
                  <a:pt x="1578129" y="1391302"/>
                  <a:pt x="1568926" y="1378902"/>
                  <a:pt x="1562100" y="1365250"/>
                </a:cubicBezTo>
                <a:cubicBezTo>
                  <a:pt x="1557867" y="1356783"/>
                  <a:pt x="1556093" y="1346543"/>
                  <a:pt x="1549400" y="1339850"/>
                </a:cubicBezTo>
                <a:cubicBezTo>
                  <a:pt x="1495016" y="1285466"/>
                  <a:pt x="1499941" y="1293062"/>
                  <a:pt x="1441450" y="1276350"/>
                </a:cubicBezTo>
                <a:cubicBezTo>
                  <a:pt x="1435100" y="1272117"/>
                  <a:pt x="1429374" y="1266750"/>
                  <a:pt x="1422400" y="1263650"/>
                </a:cubicBezTo>
                <a:cubicBezTo>
                  <a:pt x="1385708" y="1247342"/>
                  <a:pt x="1373861" y="1251704"/>
                  <a:pt x="1333500" y="1238250"/>
                </a:cubicBezTo>
                <a:cubicBezTo>
                  <a:pt x="1300251" y="1227167"/>
                  <a:pt x="1321076" y="1232847"/>
                  <a:pt x="1270000" y="1225550"/>
                </a:cubicBezTo>
                <a:lnTo>
                  <a:pt x="1231900" y="1212850"/>
                </a:lnTo>
                <a:cubicBezTo>
                  <a:pt x="1207277" y="1204642"/>
                  <a:pt x="1190697" y="1198574"/>
                  <a:pt x="1162050" y="1193800"/>
                </a:cubicBezTo>
                <a:cubicBezTo>
                  <a:pt x="1149350" y="1191683"/>
                  <a:pt x="1136441" y="1190573"/>
                  <a:pt x="1123950" y="1187450"/>
                </a:cubicBezTo>
                <a:cubicBezTo>
                  <a:pt x="1110963" y="1184203"/>
                  <a:pt x="1099102" y="1176643"/>
                  <a:pt x="1085850" y="1174750"/>
                </a:cubicBezTo>
                <a:cubicBezTo>
                  <a:pt x="1063329" y="1171533"/>
                  <a:pt x="1010196" y="1165498"/>
                  <a:pt x="990600" y="1155700"/>
                </a:cubicBezTo>
                <a:cubicBezTo>
                  <a:pt x="982133" y="1151467"/>
                  <a:pt x="974063" y="1146324"/>
                  <a:pt x="965200" y="1143000"/>
                </a:cubicBezTo>
                <a:cubicBezTo>
                  <a:pt x="952163" y="1138111"/>
                  <a:pt x="920120" y="1133317"/>
                  <a:pt x="908050" y="1130300"/>
                </a:cubicBezTo>
                <a:cubicBezTo>
                  <a:pt x="893637" y="1126697"/>
                  <a:pt x="868904" y="1115620"/>
                  <a:pt x="857250" y="1111250"/>
                </a:cubicBezTo>
                <a:cubicBezTo>
                  <a:pt x="850983" y="1108900"/>
                  <a:pt x="844187" y="1107893"/>
                  <a:pt x="838200" y="1104900"/>
                </a:cubicBezTo>
                <a:cubicBezTo>
                  <a:pt x="831374" y="1101487"/>
                  <a:pt x="825776" y="1095986"/>
                  <a:pt x="819150" y="1092200"/>
                </a:cubicBezTo>
                <a:cubicBezTo>
                  <a:pt x="810931" y="1087504"/>
                  <a:pt x="801867" y="1084370"/>
                  <a:pt x="793750" y="1079500"/>
                </a:cubicBezTo>
                <a:cubicBezTo>
                  <a:pt x="780662" y="1071647"/>
                  <a:pt x="768350" y="1062567"/>
                  <a:pt x="755650" y="1054100"/>
                </a:cubicBezTo>
                <a:cubicBezTo>
                  <a:pt x="749300" y="1049867"/>
                  <a:pt x="743426" y="1044813"/>
                  <a:pt x="736600" y="1041400"/>
                </a:cubicBezTo>
                <a:cubicBezTo>
                  <a:pt x="728133" y="1037167"/>
                  <a:pt x="718903" y="1034202"/>
                  <a:pt x="711200" y="1028700"/>
                </a:cubicBezTo>
                <a:cubicBezTo>
                  <a:pt x="703892" y="1023480"/>
                  <a:pt x="699458" y="1014870"/>
                  <a:pt x="692150" y="1009650"/>
                </a:cubicBezTo>
                <a:cubicBezTo>
                  <a:pt x="684447" y="1004148"/>
                  <a:pt x="674969" y="1001646"/>
                  <a:pt x="666750" y="996950"/>
                </a:cubicBezTo>
                <a:cubicBezTo>
                  <a:pt x="660124" y="993164"/>
                  <a:pt x="654050" y="988483"/>
                  <a:pt x="647700" y="984250"/>
                </a:cubicBezTo>
                <a:cubicBezTo>
                  <a:pt x="638329" y="970193"/>
                  <a:pt x="630618" y="955929"/>
                  <a:pt x="615950" y="946150"/>
                </a:cubicBezTo>
                <a:cubicBezTo>
                  <a:pt x="610381" y="942437"/>
                  <a:pt x="603250" y="941917"/>
                  <a:pt x="596900" y="939800"/>
                </a:cubicBezTo>
                <a:cubicBezTo>
                  <a:pt x="588269" y="926853"/>
                  <a:pt x="574995" y="906180"/>
                  <a:pt x="565150" y="895350"/>
                </a:cubicBezTo>
                <a:cubicBezTo>
                  <a:pt x="551055" y="879845"/>
                  <a:pt x="535517" y="865717"/>
                  <a:pt x="520700" y="850900"/>
                </a:cubicBezTo>
                <a:cubicBezTo>
                  <a:pt x="514350" y="844550"/>
                  <a:pt x="506631" y="839322"/>
                  <a:pt x="501650" y="831850"/>
                </a:cubicBezTo>
                <a:lnTo>
                  <a:pt x="438150" y="736600"/>
                </a:lnTo>
                <a:lnTo>
                  <a:pt x="425450" y="717550"/>
                </a:lnTo>
                <a:cubicBezTo>
                  <a:pt x="421217" y="711200"/>
                  <a:pt x="416163" y="705326"/>
                  <a:pt x="412750" y="698500"/>
                </a:cubicBezTo>
                <a:cubicBezTo>
                  <a:pt x="408517" y="690033"/>
                  <a:pt x="403779" y="681801"/>
                  <a:pt x="400050" y="673100"/>
                </a:cubicBezTo>
                <a:cubicBezTo>
                  <a:pt x="390809" y="651538"/>
                  <a:pt x="387936" y="616341"/>
                  <a:pt x="368300" y="603250"/>
                </a:cubicBezTo>
                <a:lnTo>
                  <a:pt x="349250" y="590550"/>
                </a:lnTo>
                <a:cubicBezTo>
                  <a:pt x="345017" y="584200"/>
                  <a:pt x="340336" y="578126"/>
                  <a:pt x="336550" y="571500"/>
                </a:cubicBezTo>
                <a:cubicBezTo>
                  <a:pt x="331854" y="563281"/>
                  <a:pt x="328867" y="554127"/>
                  <a:pt x="323850" y="546100"/>
                </a:cubicBezTo>
                <a:cubicBezTo>
                  <a:pt x="318241" y="537125"/>
                  <a:pt x="310951" y="529312"/>
                  <a:pt x="304800" y="520700"/>
                </a:cubicBezTo>
                <a:cubicBezTo>
                  <a:pt x="300364" y="514490"/>
                  <a:pt x="296536" y="507860"/>
                  <a:pt x="292100" y="501650"/>
                </a:cubicBezTo>
                <a:cubicBezTo>
                  <a:pt x="284646" y="491214"/>
                  <a:pt x="267257" y="469863"/>
                  <a:pt x="260350" y="457200"/>
                </a:cubicBezTo>
                <a:cubicBezTo>
                  <a:pt x="225051" y="392485"/>
                  <a:pt x="251128" y="422578"/>
                  <a:pt x="215900" y="387350"/>
                </a:cubicBezTo>
                <a:cubicBezTo>
                  <a:pt x="213783" y="378883"/>
                  <a:pt x="213453" y="369756"/>
                  <a:pt x="209550" y="361950"/>
                </a:cubicBezTo>
                <a:cubicBezTo>
                  <a:pt x="204817" y="352484"/>
                  <a:pt x="196651" y="345162"/>
                  <a:pt x="190500" y="336550"/>
                </a:cubicBezTo>
                <a:cubicBezTo>
                  <a:pt x="186064" y="330340"/>
                  <a:pt x="181586" y="324126"/>
                  <a:pt x="177800" y="317500"/>
                </a:cubicBezTo>
                <a:cubicBezTo>
                  <a:pt x="173104" y="309281"/>
                  <a:pt x="169796" y="300319"/>
                  <a:pt x="165100" y="292100"/>
                </a:cubicBezTo>
                <a:cubicBezTo>
                  <a:pt x="161314" y="285474"/>
                  <a:pt x="156186" y="279676"/>
                  <a:pt x="152400" y="273050"/>
                </a:cubicBezTo>
                <a:cubicBezTo>
                  <a:pt x="147704" y="264831"/>
                  <a:pt x="144396" y="255869"/>
                  <a:pt x="139700" y="247650"/>
                </a:cubicBezTo>
                <a:cubicBezTo>
                  <a:pt x="135914" y="241024"/>
                  <a:pt x="130413" y="235426"/>
                  <a:pt x="127000" y="228600"/>
                </a:cubicBezTo>
                <a:cubicBezTo>
                  <a:pt x="124007" y="222613"/>
                  <a:pt x="123287" y="215702"/>
                  <a:pt x="120650" y="209550"/>
                </a:cubicBezTo>
                <a:cubicBezTo>
                  <a:pt x="116921" y="200849"/>
                  <a:pt x="111679" y="192851"/>
                  <a:pt x="107950" y="184150"/>
                </a:cubicBezTo>
                <a:cubicBezTo>
                  <a:pt x="105313" y="177998"/>
                  <a:pt x="104593" y="171087"/>
                  <a:pt x="101600" y="165100"/>
                </a:cubicBezTo>
                <a:cubicBezTo>
                  <a:pt x="98187" y="158274"/>
                  <a:pt x="92313" y="152876"/>
                  <a:pt x="88900" y="146050"/>
                </a:cubicBezTo>
                <a:cubicBezTo>
                  <a:pt x="85907" y="140063"/>
                  <a:pt x="85543" y="132987"/>
                  <a:pt x="82550" y="127000"/>
                </a:cubicBezTo>
                <a:cubicBezTo>
                  <a:pt x="79137" y="120174"/>
                  <a:pt x="73263" y="114776"/>
                  <a:pt x="69850" y="107950"/>
                </a:cubicBezTo>
                <a:cubicBezTo>
                  <a:pt x="66857" y="101963"/>
                  <a:pt x="66751" y="94751"/>
                  <a:pt x="63500" y="88900"/>
                </a:cubicBezTo>
                <a:cubicBezTo>
                  <a:pt x="44512" y="54721"/>
                  <a:pt x="42190" y="54890"/>
                  <a:pt x="19050" y="31750"/>
                </a:cubicBezTo>
                <a:cubicBezTo>
                  <a:pt x="10807" y="7020"/>
                  <a:pt x="17433" y="17433"/>
                  <a:pt x="0" y="0"/>
                </a:cubicBez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2071670" y="857232"/>
            <a:ext cx="14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게시판 리스트작성</a:t>
            </a:r>
            <a:endParaRPr lang="en-US" altLang="ko-KR" sz="1200" dirty="0" smtClean="0"/>
          </a:p>
          <a:p>
            <a:r>
              <a:rPr lang="en-US" altLang="ko-KR" sz="1200" dirty="0" smtClean="0"/>
              <a:t>1~6</a:t>
            </a:r>
            <a:r>
              <a:rPr lang="ko-KR" altLang="en-US" sz="1200" dirty="0" smtClean="0"/>
              <a:t>번 실행</a:t>
            </a:r>
            <a:endParaRPr lang="ko-KR" altLang="en-US"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3643306" y="785794"/>
            <a:ext cx="2164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로그인한 사용자만 </a:t>
            </a:r>
            <a:endParaRPr lang="en-US" altLang="ko-KR" sz="1200" dirty="0" smtClean="0"/>
          </a:p>
          <a:p>
            <a:r>
              <a:rPr lang="ko-KR" altLang="en-US" sz="1200" dirty="0" smtClean="0"/>
              <a:t>글쓰기 가능 </a:t>
            </a:r>
            <a:r>
              <a:rPr lang="en-US" altLang="ko-KR" sz="1200" dirty="0" smtClean="0"/>
              <a:t>( session check)</a:t>
            </a:r>
            <a:endParaRPr lang="ko-KR" alt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7929586" y="785794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로그인한 사용자만 </a:t>
            </a:r>
            <a:endParaRPr lang="en-US" altLang="ko-KR" sz="1200" dirty="0" smtClean="0"/>
          </a:p>
          <a:p>
            <a:r>
              <a:rPr lang="ko-KR" altLang="en-US" sz="1200" dirty="0" smtClean="0"/>
              <a:t>글 </a:t>
            </a:r>
            <a:r>
              <a:rPr lang="en-US" altLang="ko-KR" sz="1200" dirty="0" smtClean="0"/>
              <a:t>insert</a:t>
            </a:r>
            <a:r>
              <a:rPr lang="ko-KR" altLang="en-US" sz="1200" dirty="0" smtClean="0"/>
              <a:t>가능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8572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432</Words>
  <Application>Microsoft Office PowerPoint</Application>
  <PresentationFormat>화면 슬라이드 쇼(4:3)</PresentationFormat>
  <Paragraphs>107</Paragraphs>
  <Slides>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48</cp:revision>
  <dcterms:created xsi:type="dcterms:W3CDTF">2025-12-09T00:00:06Z</dcterms:created>
  <dcterms:modified xsi:type="dcterms:W3CDTF">2025-12-10T00:12:06Z</dcterms:modified>
</cp:coreProperties>
</file>