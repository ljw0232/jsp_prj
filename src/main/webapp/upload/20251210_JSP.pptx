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6165" autoAdjust="0"/>
    <p:restoredTop sz="94660"/>
  </p:normalViewPr>
  <p:slideViewPr>
    <p:cSldViewPr>
      <p:cViewPr>
        <p:scale>
          <a:sx n="150" d="100"/>
          <a:sy n="150" d="100"/>
        </p:scale>
        <p:origin x="-102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A8368-F2BD-4AF2-86B4-C56F3EE0BBF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F1527-8391-46E0-80BA-0B35A59E44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15206" y="4572008"/>
            <a:ext cx="2216079" cy="2009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4000504"/>
            <a:ext cx="5500726" cy="2418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42844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652402" y="1795546"/>
            <a:ext cx="828680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652402" y="2508338"/>
            <a:ext cx="8286808" cy="1588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2368" y="1652670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152368" y="2367050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sp>
        <p:nvSpPr>
          <p:cNvPr id="11" name="오른쪽 화살표 10"/>
          <p:cNvSpPr/>
          <p:nvPr/>
        </p:nvSpPr>
        <p:spPr>
          <a:xfrm>
            <a:off x="0" y="2009864"/>
            <a:ext cx="28575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rot="5400000" flipH="1" flipV="1">
            <a:off x="3250397" y="1607331"/>
            <a:ext cx="2857520" cy="26432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0430" y="1214422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3071802" y="1500174"/>
            <a:ext cx="1465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boardWriteFrm.jsp</a:t>
            </a:r>
            <a:endParaRPr lang="ko-KR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428728" y="19384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4000496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en-US" altLang="ko-KR" sz="12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143108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2795682"/>
            <a:ext cx="2571768" cy="990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폭발 2 18"/>
          <p:cNvSpPr/>
          <p:nvPr/>
        </p:nvSpPr>
        <p:spPr>
          <a:xfrm>
            <a:off x="689325" y="3438623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>
            <a:stCxn id="19" idx="0"/>
          </p:cNvCxnSpPr>
          <p:nvPr/>
        </p:nvCxnSpPr>
        <p:spPr>
          <a:xfrm rot="5400000" flipH="1" flipV="1">
            <a:off x="422357" y="1944666"/>
            <a:ext cx="1869868" cy="11430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8794" y="1152608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1857356" y="1438360"/>
            <a:ext cx="1058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boardList.jsp</a:t>
            </a:r>
            <a:endParaRPr lang="ko-KR" altLang="en-US" sz="1200" dirty="0"/>
          </a:p>
        </p:txBody>
      </p:sp>
      <p:cxnSp>
        <p:nvCxnSpPr>
          <p:cNvPr id="23" name="직선 화살표 연결선 22"/>
          <p:cNvCxnSpPr/>
          <p:nvPr/>
        </p:nvCxnSpPr>
        <p:spPr>
          <a:xfrm rot="16200000" flipH="1">
            <a:off x="933474" y="3005184"/>
            <a:ext cx="2776458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폭발 2 23"/>
          <p:cNvSpPr/>
          <p:nvPr/>
        </p:nvSpPr>
        <p:spPr>
          <a:xfrm>
            <a:off x="1714480" y="4071942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직선 화살표 연결선 24"/>
          <p:cNvCxnSpPr/>
          <p:nvPr/>
        </p:nvCxnSpPr>
        <p:spPr>
          <a:xfrm rot="5400000" flipH="1" flipV="1">
            <a:off x="1607323" y="2107397"/>
            <a:ext cx="2286016" cy="15001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57488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27" name="폭발 2 26"/>
          <p:cNvSpPr/>
          <p:nvPr/>
        </p:nvSpPr>
        <p:spPr>
          <a:xfrm>
            <a:off x="3143240" y="4429132"/>
            <a:ext cx="285752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6512" y="1000108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TextBox 28"/>
          <p:cNvSpPr txBox="1"/>
          <p:nvPr/>
        </p:nvSpPr>
        <p:spPr>
          <a:xfrm>
            <a:off x="5857884" y="1285860"/>
            <a:ext cx="1228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boardDetail.jsp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5286380" y="200024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214942" y="3000372"/>
            <a:ext cx="2214578" cy="1893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직선 화살표 연결선 31"/>
          <p:cNvCxnSpPr/>
          <p:nvPr/>
        </p:nvCxnSpPr>
        <p:spPr>
          <a:xfrm>
            <a:off x="3643306" y="1714488"/>
            <a:ext cx="1785950" cy="15001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572264" y="3500438"/>
            <a:ext cx="2803262" cy="781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폭발 2 33"/>
          <p:cNvSpPr/>
          <p:nvPr/>
        </p:nvSpPr>
        <p:spPr>
          <a:xfrm>
            <a:off x="6000760" y="4572008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/>
          <p:cNvCxnSpPr>
            <a:stCxn id="34" idx="3"/>
          </p:cNvCxnSpPr>
          <p:nvPr/>
        </p:nvCxnSpPr>
        <p:spPr>
          <a:xfrm flipV="1">
            <a:off x="6215074" y="1428736"/>
            <a:ext cx="1357322" cy="31872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01048" y="928670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7272420" y="1214422"/>
            <a:ext cx="1987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boardWriteFrmProcess.jsp</a:t>
            </a:r>
            <a:endParaRPr lang="ko-KR" altLang="en-US" sz="1200" dirty="0"/>
          </a:p>
        </p:txBody>
      </p:sp>
      <p:cxnSp>
        <p:nvCxnSpPr>
          <p:cNvPr id="38" name="직선 화살표 연결선 37"/>
          <p:cNvCxnSpPr/>
          <p:nvPr/>
        </p:nvCxnSpPr>
        <p:spPr>
          <a:xfrm rot="16200000" flipH="1">
            <a:off x="6965173" y="2464587"/>
            <a:ext cx="207170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29454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7858148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en-US" altLang="ko-KR" sz="1200" dirty="0" smtClean="0"/>
          </a:p>
        </p:txBody>
      </p:sp>
      <p:sp>
        <p:nvSpPr>
          <p:cNvPr id="41" name="폭발 2 40"/>
          <p:cNvSpPr/>
          <p:nvPr/>
        </p:nvSpPr>
        <p:spPr>
          <a:xfrm>
            <a:off x="8929686" y="3857628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자유형 41"/>
          <p:cNvSpPr/>
          <p:nvPr/>
        </p:nvSpPr>
        <p:spPr>
          <a:xfrm>
            <a:off x="2393950" y="1701800"/>
            <a:ext cx="6572250" cy="2349500"/>
          </a:xfrm>
          <a:custGeom>
            <a:avLst/>
            <a:gdLst>
              <a:gd name="connsiteX0" fmla="*/ 6572250 w 6572250"/>
              <a:gd name="connsiteY0" fmla="*/ 2311400 h 2349500"/>
              <a:gd name="connsiteX1" fmla="*/ 6521450 w 6572250"/>
              <a:gd name="connsiteY1" fmla="*/ 2286000 h 2349500"/>
              <a:gd name="connsiteX2" fmla="*/ 6496050 w 6572250"/>
              <a:gd name="connsiteY2" fmla="*/ 2273300 h 2349500"/>
              <a:gd name="connsiteX3" fmla="*/ 6400800 w 6572250"/>
              <a:gd name="connsiteY3" fmla="*/ 2241550 h 2349500"/>
              <a:gd name="connsiteX4" fmla="*/ 6362700 w 6572250"/>
              <a:gd name="connsiteY4" fmla="*/ 2228850 h 2349500"/>
              <a:gd name="connsiteX5" fmla="*/ 6343650 w 6572250"/>
              <a:gd name="connsiteY5" fmla="*/ 2222500 h 2349500"/>
              <a:gd name="connsiteX6" fmla="*/ 6299200 w 6572250"/>
              <a:gd name="connsiteY6" fmla="*/ 2216150 h 2349500"/>
              <a:gd name="connsiteX7" fmla="*/ 6248400 w 6572250"/>
              <a:gd name="connsiteY7" fmla="*/ 2203450 h 2349500"/>
              <a:gd name="connsiteX8" fmla="*/ 6229350 w 6572250"/>
              <a:gd name="connsiteY8" fmla="*/ 2197100 h 2349500"/>
              <a:gd name="connsiteX9" fmla="*/ 6184900 w 6572250"/>
              <a:gd name="connsiteY9" fmla="*/ 2190750 h 2349500"/>
              <a:gd name="connsiteX10" fmla="*/ 5949950 w 6572250"/>
              <a:gd name="connsiteY10" fmla="*/ 2203450 h 2349500"/>
              <a:gd name="connsiteX11" fmla="*/ 5911850 w 6572250"/>
              <a:gd name="connsiteY11" fmla="*/ 2209800 h 2349500"/>
              <a:gd name="connsiteX12" fmla="*/ 5861050 w 6572250"/>
              <a:gd name="connsiteY12" fmla="*/ 2222500 h 2349500"/>
              <a:gd name="connsiteX13" fmla="*/ 5835650 w 6572250"/>
              <a:gd name="connsiteY13" fmla="*/ 2228850 h 2349500"/>
              <a:gd name="connsiteX14" fmla="*/ 5797550 w 6572250"/>
              <a:gd name="connsiteY14" fmla="*/ 2241550 h 2349500"/>
              <a:gd name="connsiteX15" fmla="*/ 5740400 w 6572250"/>
              <a:gd name="connsiteY15" fmla="*/ 2260600 h 2349500"/>
              <a:gd name="connsiteX16" fmla="*/ 5721350 w 6572250"/>
              <a:gd name="connsiteY16" fmla="*/ 2266950 h 2349500"/>
              <a:gd name="connsiteX17" fmla="*/ 5670550 w 6572250"/>
              <a:gd name="connsiteY17" fmla="*/ 2279650 h 2349500"/>
              <a:gd name="connsiteX18" fmla="*/ 5562600 w 6572250"/>
              <a:gd name="connsiteY18" fmla="*/ 2298700 h 2349500"/>
              <a:gd name="connsiteX19" fmla="*/ 5524500 w 6572250"/>
              <a:gd name="connsiteY19" fmla="*/ 2305050 h 2349500"/>
              <a:gd name="connsiteX20" fmla="*/ 4927600 w 6572250"/>
              <a:gd name="connsiteY20" fmla="*/ 2317750 h 2349500"/>
              <a:gd name="connsiteX21" fmla="*/ 4660900 w 6572250"/>
              <a:gd name="connsiteY21" fmla="*/ 2330450 h 2349500"/>
              <a:gd name="connsiteX22" fmla="*/ 4616450 w 6572250"/>
              <a:gd name="connsiteY22" fmla="*/ 2336800 h 2349500"/>
              <a:gd name="connsiteX23" fmla="*/ 4559300 w 6572250"/>
              <a:gd name="connsiteY23" fmla="*/ 2343150 h 2349500"/>
              <a:gd name="connsiteX24" fmla="*/ 4457700 w 6572250"/>
              <a:gd name="connsiteY24" fmla="*/ 2349500 h 2349500"/>
              <a:gd name="connsiteX25" fmla="*/ 3873500 w 6572250"/>
              <a:gd name="connsiteY25" fmla="*/ 2343150 h 2349500"/>
              <a:gd name="connsiteX26" fmla="*/ 3829050 w 6572250"/>
              <a:gd name="connsiteY26" fmla="*/ 2336800 h 2349500"/>
              <a:gd name="connsiteX27" fmla="*/ 3759200 w 6572250"/>
              <a:gd name="connsiteY27" fmla="*/ 2324100 h 2349500"/>
              <a:gd name="connsiteX28" fmla="*/ 3714750 w 6572250"/>
              <a:gd name="connsiteY28" fmla="*/ 2311400 h 2349500"/>
              <a:gd name="connsiteX29" fmla="*/ 3625850 w 6572250"/>
              <a:gd name="connsiteY29" fmla="*/ 2298700 h 2349500"/>
              <a:gd name="connsiteX30" fmla="*/ 3549650 w 6572250"/>
              <a:gd name="connsiteY30" fmla="*/ 2286000 h 2349500"/>
              <a:gd name="connsiteX31" fmla="*/ 3511550 w 6572250"/>
              <a:gd name="connsiteY31" fmla="*/ 2279650 h 2349500"/>
              <a:gd name="connsiteX32" fmla="*/ 3435350 w 6572250"/>
              <a:gd name="connsiteY32" fmla="*/ 2266950 h 2349500"/>
              <a:gd name="connsiteX33" fmla="*/ 3390900 w 6572250"/>
              <a:gd name="connsiteY33" fmla="*/ 2254250 h 2349500"/>
              <a:gd name="connsiteX34" fmla="*/ 3371850 w 6572250"/>
              <a:gd name="connsiteY34" fmla="*/ 2247900 h 2349500"/>
              <a:gd name="connsiteX35" fmla="*/ 3295650 w 6572250"/>
              <a:gd name="connsiteY35" fmla="*/ 2228850 h 2349500"/>
              <a:gd name="connsiteX36" fmla="*/ 3244850 w 6572250"/>
              <a:gd name="connsiteY36" fmla="*/ 2216150 h 2349500"/>
              <a:gd name="connsiteX37" fmla="*/ 3187700 w 6572250"/>
              <a:gd name="connsiteY37" fmla="*/ 2190750 h 2349500"/>
              <a:gd name="connsiteX38" fmla="*/ 3162300 w 6572250"/>
              <a:gd name="connsiteY38" fmla="*/ 2184400 h 2349500"/>
              <a:gd name="connsiteX39" fmla="*/ 3143250 w 6572250"/>
              <a:gd name="connsiteY39" fmla="*/ 2171700 h 2349500"/>
              <a:gd name="connsiteX40" fmla="*/ 3111500 w 6572250"/>
              <a:gd name="connsiteY40" fmla="*/ 2165350 h 2349500"/>
              <a:gd name="connsiteX41" fmla="*/ 3086100 w 6572250"/>
              <a:gd name="connsiteY41" fmla="*/ 2159000 h 2349500"/>
              <a:gd name="connsiteX42" fmla="*/ 3060700 w 6572250"/>
              <a:gd name="connsiteY42" fmla="*/ 2146300 h 2349500"/>
              <a:gd name="connsiteX43" fmla="*/ 2978150 w 6572250"/>
              <a:gd name="connsiteY43" fmla="*/ 2120900 h 2349500"/>
              <a:gd name="connsiteX44" fmla="*/ 2921000 w 6572250"/>
              <a:gd name="connsiteY44" fmla="*/ 2095500 h 2349500"/>
              <a:gd name="connsiteX45" fmla="*/ 2863850 w 6572250"/>
              <a:gd name="connsiteY45" fmla="*/ 2076450 h 2349500"/>
              <a:gd name="connsiteX46" fmla="*/ 2844800 w 6572250"/>
              <a:gd name="connsiteY46" fmla="*/ 2070100 h 2349500"/>
              <a:gd name="connsiteX47" fmla="*/ 2781300 w 6572250"/>
              <a:gd name="connsiteY47" fmla="*/ 2044700 h 2349500"/>
              <a:gd name="connsiteX48" fmla="*/ 2749550 w 6572250"/>
              <a:gd name="connsiteY48" fmla="*/ 2032000 h 2349500"/>
              <a:gd name="connsiteX49" fmla="*/ 2724150 w 6572250"/>
              <a:gd name="connsiteY49" fmla="*/ 2019300 h 2349500"/>
              <a:gd name="connsiteX50" fmla="*/ 2705100 w 6572250"/>
              <a:gd name="connsiteY50" fmla="*/ 2012950 h 2349500"/>
              <a:gd name="connsiteX51" fmla="*/ 2654300 w 6572250"/>
              <a:gd name="connsiteY51" fmla="*/ 1987550 h 2349500"/>
              <a:gd name="connsiteX52" fmla="*/ 2622550 w 6572250"/>
              <a:gd name="connsiteY52" fmla="*/ 1974850 h 2349500"/>
              <a:gd name="connsiteX53" fmla="*/ 2603500 w 6572250"/>
              <a:gd name="connsiteY53" fmla="*/ 1962150 h 2349500"/>
              <a:gd name="connsiteX54" fmla="*/ 2578100 w 6572250"/>
              <a:gd name="connsiteY54" fmla="*/ 1949450 h 2349500"/>
              <a:gd name="connsiteX55" fmla="*/ 2559050 w 6572250"/>
              <a:gd name="connsiteY55" fmla="*/ 1936750 h 2349500"/>
              <a:gd name="connsiteX56" fmla="*/ 2508250 w 6572250"/>
              <a:gd name="connsiteY56" fmla="*/ 1911350 h 2349500"/>
              <a:gd name="connsiteX57" fmla="*/ 2470150 w 6572250"/>
              <a:gd name="connsiteY57" fmla="*/ 1892300 h 2349500"/>
              <a:gd name="connsiteX58" fmla="*/ 2406650 w 6572250"/>
              <a:gd name="connsiteY58" fmla="*/ 1860550 h 2349500"/>
              <a:gd name="connsiteX59" fmla="*/ 2336800 w 6572250"/>
              <a:gd name="connsiteY59" fmla="*/ 1835150 h 2349500"/>
              <a:gd name="connsiteX60" fmla="*/ 2178050 w 6572250"/>
              <a:gd name="connsiteY60" fmla="*/ 1752600 h 2349500"/>
              <a:gd name="connsiteX61" fmla="*/ 2108200 w 6572250"/>
              <a:gd name="connsiteY61" fmla="*/ 1720850 h 2349500"/>
              <a:gd name="connsiteX62" fmla="*/ 1987550 w 6572250"/>
              <a:gd name="connsiteY62" fmla="*/ 1651000 h 2349500"/>
              <a:gd name="connsiteX63" fmla="*/ 1962150 w 6572250"/>
              <a:gd name="connsiteY63" fmla="*/ 1638300 h 2349500"/>
              <a:gd name="connsiteX64" fmla="*/ 1936750 w 6572250"/>
              <a:gd name="connsiteY64" fmla="*/ 1619250 h 2349500"/>
              <a:gd name="connsiteX65" fmla="*/ 1866900 w 6572250"/>
              <a:gd name="connsiteY65" fmla="*/ 1574800 h 2349500"/>
              <a:gd name="connsiteX66" fmla="*/ 1828800 w 6572250"/>
              <a:gd name="connsiteY66" fmla="*/ 1549400 h 2349500"/>
              <a:gd name="connsiteX67" fmla="*/ 1809750 w 6572250"/>
              <a:gd name="connsiteY67" fmla="*/ 1536700 h 2349500"/>
              <a:gd name="connsiteX68" fmla="*/ 1758950 w 6572250"/>
              <a:gd name="connsiteY68" fmla="*/ 1511300 h 2349500"/>
              <a:gd name="connsiteX69" fmla="*/ 1733550 w 6572250"/>
              <a:gd name="connsiteY69" fmla="*/ 1498600 h 2349500"/>
              <a:gd name="connsiteX70" fmla="*/ 1695450 w 6572250"/>
              <a:gd name="connsiteY70" fmla="*/ 1479550 h 2349500"/>
              <a:gd name="connsiteX71" fmla="*/ 1657350 w 6572250"/>
              <a:gd name="connsiteY71" fmla="*/ 1460500 h 2349500"/>
              <a:gd name="connsiteX72" fmla="*/ 1587500 w 6572250"/>
              <a:gd name="connsiteY72" fmla="*/ 1403350 h 2349500"/>
              <a:gd name="connsiteX73" fmla="*/ 1562100 w 6572250"/>
              <a:gd name="connsiteY73" fmla="*/ 1365250 h 2349500"/>
              <a:gd name="connsiteX74" fmla="*/ 1549400 w 6572250"/>
              <a:gd name="connsiteY74" fmla="*/ 1339850 h 2349500"/>
              <a:gd name="connsiteX75" fmla="*/ 1441450 w 6572250"/>
              <a:gd name="connsiteY75" fmla="*/ 1276350 h 2349500"/>
              <a:gd name="connsiteX76" fmla="*/ 1422400 w 6572250"/>
              <a:gd name="connsiteY76" fmla="*/ 1263650 h 2349500"/>
              <a:gd name="connsiteX77" fmla="*/ 1333500 w 6572250"/>
              <a:gd name="connsiteY77" fmla="*/ 1238250 h 2349500"/>
              <a:gd name="connsiteX78" fmla="*/ 1270000 w 6572250"/>
              <a:gd name="connsiteY78" fmla="*/ 1225550 h 2349500"/>
              <a:gd name="connsiteX79" fmla="*/ 1231900 w 6572250"/>
              <a:gd name="connsiteY79" fmla="*/ 1212850 h 2349500"/>
              <a:gd name="connsiteX80" fmla="*/ 1162050 w 6572250"/>
              <a:gd name="connsiteY80" fmla="*/ 1193800 h 2349500"/>
              <a:gd name="connsiteX81" fmla="*/ 1123950 w 6572250"/>
              <a:gd name="connsiteY81" fmla="*/ 1187450 h 2349500"/>
              <a:gd name="connsiteX82" fmla="*/ 1085850 w 6572250"/>
              <a:gd name="connsiteY82" fmla="*/ 1174750 h 2349500"/>
              <a:gd name="connsiteX83" fmla="*/ 990600 w 6572250"/>
              <a:gd name="connsiteY83" fmla="*/ 1155700 h 2349500"/>
              <a:gd name="connsiteX84" fmla="*/ 965200 w 6572250"/>
              <a:gd name="connsiteY84" fmla="*/ 1143000 h 2349500"/>
              <a:gd name="connsiteX85" fmla="*/ 908050 w 6572250"/>
              <a:gd name="connsiteY85" fmla="*/ 1130300 h 2349500"/>
              <a:gd name="connsiteX86" fmla="*/ 857250 w 6572250"/>
              <a:gd name="connsiteY86" fmla="*/ 1111250 h 2349500"/>
              <a:gd name="connsiteX87" fmla="*/ 838200 w 6572250"/>
              <a:gd name="connsiteY87" fmla="*/ 1104900 h 2349500"/>
              <a:gd name="connsiteX88" fmla="*/ 819150 w 6572250"/>
              <a:gd name="connsiteY88" fmla="*/ 1092200 h 2349500"/>
              <a:gd name="connsiteX89" fmla="*/ 793750 w 6572250"/>
              <a:gd name="connsiteY89" fmla="*/ 1079500 h 2349500"/>
              <a:gd name="connsiteX90" fmla="*/ 755650 w 6572250"/>
              <a:gd name="connsiteY90" fmla="*/ 1054100 h 2349500"/>
              <a:gd name="connsiteX91" fmla="*/ 736600 w 6572250"/>
              <a:gd name="connsiteY91" fmla="*/ 1041400 h 2349500"/>
              <a:gd name="connsiteX92" fmla="*/ 711200 w 6572250"/>
              <a:gd name="connsiteY92" fmla="*/ 1028700 h 2349500"/>
              <a:gd name="connsiteX93" fmla="*/ 692150 w 6572250"/>
              <a:gd name="connsiteY93" fmla="*/ 1009650 h 2349500"/>
              <a:gd name="connsiteX94" fmla="*/ 666750 w 6572250"/>
              <a:gd name="connsiteY94" fmla="*/ 996950 h 2349500"/>
              <a:gd name="connsiteX95" fmla="*/ 647700 w 6572250"/>
              <a:gd name="connsiteY95" fmla="*/ 984250 h 2349500"/>
              <a:gd name="connsiteX96" fmla="*/ 615950 w 6572250"/>
              <a:gd name="connsiteY96" fmla="*/ 946150 h 2349500"/>
              <a:gd name="connsiteX97" fmla="*/ 596900 w 6572250"/>
              <a:gd name="connsiteY97" fmla="*/ 939800 h 2349500"/>
              <a:gd name="connsiteX98" fmla="*/ 565150 w 6572250"/>
              <a:gd name="connsiteY98" fmla="*/ 895350 h 2349500"/>
              <a:gd name="connsiteX99" fmla="*/ 520700 w 6572250"/>
              <a:gd name="connsiteY99" fmla="*/ 850900 h 2349500"/>
              <a:gd name="connsiteX100" fmla="*/ 501650 w 6572250"/>
              <a:gd name="connsiteY100" fmla="*/ 831850 h 2349500"/>
              <a:gd name="connsiteX101" fmla="*/ 438150 w 6572250"/>
              <a:gd name="connsiteY101" fmla="*/ 736600 h 2349500"/>
              <a:gd name="connsiteX102" fmla="*/ 425450 w 6572250"/>
              <a:gd name="connsiteY102" fmla="*/ 717550 h 2349500"/>
              <a:gd name="connsiteX103" fmla="*/ 412750 w 6572250"/>
              <a:gd name="connsiteY103" fmla="*/ 698500 h 2349500"/>
              <a:gd name="connsiteX104" fmla="*/ 400050 w 6572250"/>
              <a:gd name="connsiteY104" fmla="*/ 673100 h 2349500"/>
              <a:gd name="connsiteX105" fmla="*/ 368300 w 6572250"/>
              <a:gd name="connsiteY105" fmla="*/ 603250 h 2349500"/>
              <a:gd name="connsiteX106" fmla="*/ 349250 w 6572250"/>
              <a:gd name="connsiteY106" fmla="*/ 590550 h 2349500"/>
              <a:gd name="connsiteX107" fmla="*/ 336550 w 6572250"/>
              <a:gd name="connsiteY107" fmla="*/ 571500 h 2349500"/>
              <a:gd name="connsiteX108" fmla="*/ 323850 w 6572250"/>
              <a:gd name="connsiteY108" fmla="*/ 546100 h 2349500"/>
              <a:gd name="connsiteX109" fmla="*/ 304800 w 6572250"/>
              <a:gd name="connsiteY109" fmla="*/ 520700 h 2349500"/>
              <a:gd name="connsiteX110" fmla="*/ 292100 w 6572250"/>
              <a:gd name="connsiteY110" fmla="*/ 501650 h 2349500"/>
              <a:gd name="connsiteX111" fmla="*/ 260350 w 6572250"/>
              <a:gd name="connsiteY111" fmla="*/ 457200 h 2349500"/>
              <a:gd name="connsiteX112" fmla="*/ 215900 w 6572250"/>
              <a:gd name="connsiteY112" fmla="*/ 387350 h 2349500"/>
              <a:gd name="connsiteX113" fmla="*/ 209550 w 6572250"/>
              <a:gd name="connsiteY113" fmla="*/ 361950 h 2349500"/>
              <a:gd name="connsiteX114" fmla="*/ 190500 w 6572250"/>
              <a:gd name="connsiteY114" fmla="*/ 336550 h 2349500"/>
              <a:gd name="connsiteX115" fmla="*/ 177800 w 6572250"/>
              <a:gd name="connsiteY115" fmla="*/ 317500 h 2349500"/>
              <a:gd name="connsiteX116" fmla="*/ 165100 w 6572250"/>
              <a:gd name="connsiteY116" fmla="*/ 292100 h 2349500"/>
              <a:gd name="connsiteX117" fmla="*/ 152400 w 6572250"/>
              <a:gd name="connsiteY117" fmla="*/ 273050 h 2349500"/>
              <a:gd name="connsiteX118" fmla="*/ 139700 w 6572250"/>
              <a:gd name="connsiteY118" fmla="*/ 247650 h 2349500"/>
              <a:gd name="connsiteX119" fmla="*/ 127000 w 6572250"/>
              <a:gd name="connsiteY119" fmla="*/ 228600 h 2349500"/>
              <a:gd name="connsiteX120" fmla="*/ 120650 w 6572250"/>
              <a:gd name="connsiteY120" fmla="*/ 209550 h 2349500"/>
              <a:gd name="connsiteX121" fmla="*/ 107950 w 6572250"/>
              <a:gd name="connsiteY121" fmla="*/ 184150 h 2349500"/>
              <a:gd name="connsiteX122" fmla="*/ 101600 w 6572250"/>
              <a:gd name="connsiteY122" fmla="*/ 165100 h 2349500"/>
              <a:gd name="connsiteX123" fmla="*/ 88900 w 6572250"/>
              <a:gd name="connsiteY123" fmla="*/ 146050 h 2349500"/>
              <a:gd name="connsiteX124" fmla="*/ 82550 w 6572250"/>
              <a:gd name="connsiteY124" fmla="*/ 127000 h 2349500"/>
              <a:gd name="connsiteX125" fmla="*/ 69850 w 6572250"/>
              <a:gd name="connsiteY125" fmla="*/ 107950 h 2349500"/>
              <a:gd name="connsiteX126" fmla="*/ 63500 w 6572250"/>
              <a:gd name="connsiteY126" fmla="*/ 88900 h 2349500"/>
              <a:gd name="connsiteX127" fmla="*/ 19050 w 6572250"/>
              <a:gd name="connsiteY127" fmla="*/ 31750 h 2349500"/>
              <a:gd name="connsiteX128" fmla="*/ 0 w 6572250"/>
              <a:gd name="connsiteY128" fmla="*/ 0 h 234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6572250" h="2349500">
                <a:moveTo>
                  <a:pt x="6572250" y="2311400"/>
                </a:moveTo>
                <a:lnTo>
                  <a:pt x="6521450" y="2286000"/>
                </a:lnTo>
                <a:cubicBezTo>
                  <a:pt x="6512983" y="2281767"/>
                  <a:pt x="6505030" y="2276293"/>
                  <a:pt x="6496050" y="2273300"/>
                </a:cubicBezTo>
                <a:lnTo>
                  <a:pt x="6400800" y="2241550"/>
                </a:lnTo>
                <a:lnTo>
                  <a:pt x="6362700" y="2228850"/>
                </a:lnTo>
                <a:cubicBezTo>
                  <a:pt x="6356350" y="2226733"/>
                  <a:pt x="6350276" y="2223447"/>
                  <a:pt x="6343650" y="2222500"/>
                </a:cubicBezTo>
                <a:cubicBezTo>
                  <a:pt x="6328833" y="2220383"/>
                  <a:pt x="6313876" y="2219085"/>
                  <a:pt x="6299200" y="2216150"/>
                </a:cubicBezTo>
                <a:cubicBezTo>
                  <a:pt x="6282084" y="2212727"/>
                  <a:pt x="6264959" y="2208970"/>
                  <a:pt x="6248400" y="2203450"/>
                </a:cubicBezTo>
                <a:cubicBezTo>
                  <a:pt x="6242050" y="2201333"/>
                  <a:pt x="6235914" y="2198413"/>
                  <a:pt x="6229350" y="2197100"/>
                </a:cubicBezTo>
                <a:cubicBezTo>
                  <a:pt x="6214674" y="2194165"/>
                  <a:pt x="6199717" y="2192867"/>
                  <a:pt x="6184900" y="2190750"/>
                </a:cubicBezTo>
                <a:cubicBezTo>
                  <a:pt x="6020993" y="2196214"/>
                  <a:pt x="6047508" y="2188441"/>
                  <a:pt x="5949950" y="2203450"/>
                </a:cubicBezTo>
                <a:cubicBezTo>
                  <a:pt x="5937225" y="2205408"/>
                  <a:pt x="5924439" y="2207102"/>
                  <a:pt x="5911850" y="2209800"/>
                </a:cubicBezTo>
                <a:cubicBezTo>
                  <a:pt x="5894783" y="2213457"/>
                  <a:pt x="5877983" y="2218267"/>
                  <a:pt x="5861050" y="2222500"/>
                </a:cubicBezTo>
                <a:cubicBezTo>
                  <a:pt x="5852583" y="2224617"/>
                  <a:pt x="5843929" y="2226090"/>
                  <a:pt x="5835650" y="2228850"/>
                </a:cubicBezTo>
                <a:lnTo>
                  <a:pt x="5797550" y="2241550"/>
                </a:lnTo>
                <a:lnTo>
                  <a:pt x="5740400" y="2260600"/>
                </a:lnTo>
                <a:cubicBezTo>
                  <a:pt x="5734050" y="2262717"/>
                  <a:pt x="5727844" y="2265327"/>
                  <a:pt x="5721350" y="2266950"/>
                </a:cubicBezTo>
                <a:cubicBezTo>
                  <a:pt x="5704417" y="2271183"/>
                  <a:pt x="5687666" y="2276227"/>
                  <a:pt x="5670550" y="2279650"/>
                </a:cubicBezTo>
                <a:cubicBezTo>
                  <a:pt x="5613550" y="2291050"/>
                  <a:pt x="5649446" y="2284226"/>
                  <a:pt x="5562600" y="2298700"/>
                </a:cubicBezTo>
                <a:cubicBezTo>
                  <a:pt x="5549900" y="2300817"/>
                  <a:pt x="5537363" y="2304491"/>
                  <a:pt x="5524500" y="2305050"/>
                </a:cubicBezTo>
                <a:cubicBezTo>
                  <a:pt x="5228294" y="2317929"/>
                  <a:pt x="5427174" y="2310714"/>
                  <a:pt x="4927600" y="2317750"/>
                </a:cubicBezTo>
                <a:lnTo>
                  <a:pt x="4660900" y="2330450"/>
                </a:lnTo>
                <a:cubicBezTo>
                  <a:pt x="4645981" y="2331644"/>
                  <a:pt x="4631302" y="2334944"/>
                  <a:pt x="4616450" y="2336800"/>
                </a:cubicBezTo>
                <a:cubicBezTo>
                  <a:pt x="4597431" y="2339177"/>
                  <a:pt x="4578406" y="2341622"/>
                  <a:pt x="4559300" y="2343150"/>
                </a:cubicBezTo>
                <a:cubicBezTo>
                  <a:pt x="4525475" y="2345856"/>
                  <a:pt x="4491567" y="2347383"/>
                  <a:pt x="4457700" y="2349500"/>
                </a:cubicBezTo>
                <a:lnTo>
                  <a:pt x="3873500" y="2343150"/>
                </a:lnTo>
                <a:cubicBezTo>
                  <a:pt x="3858536" y="2342848"/>
                  <a:pt x="3843843" y="2339076"/>
                  <a:pt x="3829050" y="2336800"/>
                </a:cubicBezTo>
                <a:cubicBezTo>
                  <a:pt x="3814330" y="2334535"/>
                  <a:pt x="3775052" y="2328063"/>
                  <a:pt x="3759200" y="2324100"/>
                </a:cubicBezTo>
                <a:cubicBezTo>
                  <a:pt x="3744251" y="2320363"/>
                  <a:pt x="3729887" y="2314283"/>
                  <a:pt x="3714750" y="2311400"/>
                </a:cubicBezTo>
                <a:cubicBezTo>
                  <a:pt x="3685344" y="2305799"/>
                  <a:pt x="3655377" y="2303621"/>
                  <a:pt x="3625850" y="2298700"/>
                </a:cubicBezTo>
                <a:lnTo>
                  <a:pt x="3549650" y="2286000"/>
                </a:lnTo>
                <a:cubicBezTo>
                  <a:pt x="3536950" y="2283883"/>
                  <a:pt x="3524041" y="2282773"/>
                  <a:pt x="3511550" y="2279650"/>
                </a:cubicBezTo>
                <a:cubicBezTo>
                  <a:pt x="3469594" y="2269161"/>
                  <a:pt x="3494810" y="2274382"/>
                  <a:pt x="3435350" y="2266950"/>
                </a:cubicBezTo>
                <a:cubicBezTo>
                  <a:pt x="3389675" y="2251725"/>
                  <a:pt x="3446714" y="2270197"/>
                  <a:pt x="3390900" y="2254250"/>
                </a:cubicBezTo>
                <a:cubicBezTo>
                  <a:pt x="3384464" y="2252411"/>
                  <a:pt x="3378317" y="2249625"/>
                  <a:pt x="3371850" y="2247900"/>
                </a:cubicBezTo>
                <a:cubicBezTo>
                  <a:pt x="3346552" y="2241154"/>
                  <a:pt x="3320488" y="2237129"/>
                  <a:pt x="3295650" y="2228850"/>
                </a:cubicBezTo>
                <a:cubicBezTo>
                  <a:pt x="3266361" y="2219087"/>
                  <a:pt x="3283164" y="2223813"/>
                  <a:pt x="3244850" y="2216150"/>
                </a:cubicBezTo>
                <a:cubicBezTo>
                  <a:pt x="3222721" y="2205086"/>
                  <a:pt x="3212023" y="2198858"/>
                  <a:pt x="3187700" y="2190750"/>
                </a:cubicBezTo>
                <a:cubicBezTo>
                  <a:pt x="3179421" y="2187990"/>
                  <a:pt x="3170767" y="2186517"/>
                  <a:pt x="3162300" y="2184400"/>
                </a:cubicBezTo>
                <a:cubicBezTo>
                  <a:pt x="3155950" y="2180167"/>
                  <a:pt x="3150396" y="2174380"/>
                  <a:pt x="3143250" y="2171700"/>
                </a:cubicBezTo>
                <a:cubicBezTo>
                  <a:pt x="3133144" y="2167910"/>
                  <a:pt x="3122036" y="2167691"/>
                  <a:pt x="3111500" y="2165350"/>
                </a:cubicBezTo>
                <a:cubicBezTo>
                  <a:pt x="3102981" y="2163457"/>
                  <a:pt x="3094272" y="2162064"/>
                  <a:pt x="3086100" y="2159000"/>
                </a:cubicBezTo>
                <a:cubicBezTo>
                  <a:pt x="3077237" y="2155676"/>
                  <a:pt x="3069489" y="2149816"/>
                  <a:pt x="3060700" y="2146300"/>
                </a:cubicBezTo>
                <a:cubicBezTo>
                  <a:pt x="3025130" y="2132072"/>
                  <a:pt x="3015732" y="2133427"/>
                  <a:pt x="2978150" y="2120900"/>
                </a:cubicBezTo>
                <a:cubicBezTo>
                  <a:pt x="2893871" y="2092807"/>
                  <a:pt x="2992919" y="2123161"/>
                  <a:pt x="2921000" y="2095500"/>
                </a:cubicBezTo>
                <a:cubicBezTo>
                  <a:pt x="2902258" y="2088292"/>
                  <a:pt x="2882900" y="2082800"/>
                  <a:pt x="2863850" y="2076450"/>
                </a:cubicBezTo>
                <a:cubicBezTo>
                  <a:pt x="2857500" y="2074333"/>
                  <a:pt x="2850787" y="2073093"/>
                  <a:pt x="2844800" y="2070100"/>
                </a:cubicBezTo>
                <a:cubicBezTo>
                  <a:pt x="2785232" y="2040316"/>
                  <a:pt x="2859767" y="2076087"/>
                  <a:pt x="2781300" y="2044700"/>
                </a:cubicBezTo>
                <a:cubicBezTo>
                  <a:pt x="2770717" y="2040467"/>
                  <a:pt x="2759966" y="2036629"/>
                  <a:pt x="2749550" y="2032000"/>
                </a:cubicBezTo>
                <a:cubicBezTo>
                  <a:pt x="2740900" y="2028155"/>
                  <a:pt x="2732851" y="2023029"/>
                  <a:pt x="2724150" y="2019300"/>
                </a:cubicBezTo>
                <a:cubicBezTo>
                  <a:pt x="2717998" y="2016663"/>
                  <a:pt x="2711194" y="2015720"/>
                  <a:pt x="2705100" y="2012950"/>
                </a:cubicBezTo>
                <a:cubicBezTo>
                  <a:pt x="2687865" y="2005116"/>
                  <a:pt x="2671878" y="1994581"/>
                  <a:pt x="2654300" y="1987550"/>
                </a:cubicBezTo>
                <a:cubicBezTo>
                  <a:pt x="2643717" y="1983317"/>
                  <a:pt x="2632745" y="1979948"/>
                  <a:pt x="2622550" y="1974850"/>
                </a:cubicBezTo>
                <a:cubicBezTo>
                  <a:pt x="2615724" y="1971437"/>
                  <a:pt x="2610126" y="1965936"/>
                  <a:pt x="2603500" y="1962150"/>
                </a:cubicBezTo>
                <a:cubicBezTo>
                  <a:pt x="2595281" y="1957454"/>
                  <a:pt x="2586319" y="1954146"/>
                  <a:pt x="2578100" y="1949450"/>
                </a:cubicBezTo>
                <a:cubicBezTo>
                  <a:pt x="2571474" y="1945664"/>
                  <a:pt x="2565750" y="1940404"/>
                  <a:pt x="2559050" y="1936750"/>
                </a:cubicBezTo>
                <a:cubicBezTo>
                  <a:pt x="2542430" y="1927684"/>
                  <a:pt x="2525183" y="1919817"/>
                  <a:pt x="2508250" y="1911350"/>
                </a:cubicBezTo>
                <a:lnTo>
                  <a:pt x="2470150" y="1892300"/>
                </a:lnTo>
                <a:cubicBezTo>
                  <a:pt x="2448983" y="1881717"/>
                  <a:pt x="2428890" y="1868637"/>
                  <a:pt x="2406650" y="1860550"/>
                </a:cubicBezTo>
                <a:cubicBezTo>
                  <a:pt x="2383367" y="1852083"/>
                  <a:pt x="2359203" y="1845729"/>
                  <a:pt x="2336800" y="1835150"/>
                </a:cubicBezTo>
                <a:cubicBezTo>
                  <a:pt x="2282867" y="1809682"/>
                  <a:pt x="2231397" y="1779273"/>
                  <a:pt x="2178050" y="1752600"/>
                </a:cubicBezTo>
                <a:cubicBezTo>
                  <a:pt x="2155174" y="1741162"/>
                  <a:pt x="2130334" y="1733664"/>
                  <a:pt x="2108200" y="1720850"/>
                </a:cubicBezTo>
                <a:cubicBezTo>
                  <a:pt x="2067983" y="1697567"/>
                  <a:pt x="2029114" y="1671782"/>
                  <a:pt x="1987550" y="1651000"/>
                </a:cubicBezTo>
                <a:cubicBezTo>
                  <a:pt x="1979083" y="1646767"/>
                  <a:pt x="1970177" y="1643317"/>
                  <a:pt x="1962150" y="1638300"/>
                </a:cubicBezTo>
                <a:cubicBezTo>
                  <a:pt x="1953175" y="1632691"/>
                  <a:pt x="1945420" y="1625319"/>
                  <a:pt x="1936750" y="1619250"/>
                </a:cubicBezTo>
                <a:cubicBezTo>
                  <a:pt x="1825847" y="1541618"/>
                  <a:pt x="1962303" y="1638402"/>
                  <a:pt x="1866900" y="1574800"/>
                </a:cubicBezTo>
                <a:lnTo>
                  <a:pt x="1828800" y="1549400"/>
                </a:lnTo>
                <a:cubicBezTo>
                  <a:pt x="1822450" y="1545167"/>
                  <a:pt x="1816576" y="1540113"/>
                  <a:pt x="1809750" y="1536700"/>
                </a:cubicBezTo>
                <a:lnTo>
                  <a:pt x="1758950" y="1511300"/>
                </a:lnTo>
                <a:cubicBezTo>
                  <a:pt x="1750483" y="1507067"/>
                  <a:pt x="1741426" y="1503851"/>
                  <a:pt x="1733550" y="1498600"/>
                </a:cubicBezTo>
                <a:cubicBezTo>
                  <a:pt x="1678955" y="1462204"/>
                  <a:pt x="1748030" y="1505840"/>
                  <a:pt x="1695450" y="1479550"/>
                </a:cubicBezTo>
                <a:cubicBezTo>
                  <a:pt x="1646211" y="1454931"/>
                  <a:pt x="1705233" y="1476461"/>
                  <a:pt x="1657350" y="1460500"/>
                </a:cubicBezTo>
                <a:cubicBezTo>
                  <a:pt x="1642128" y="1449083"/>
                  <a:pt x="1603375" y="1423760"/>
                  <a:pt x="1587500" y="1403350"/>
                </a:cubicBezTo>
                <a:cubicBezTo>
                  <a:pt x="1578129" y="1391302"/>
                  <a:pt x="1568926" y="1378902"/>
                  <a:pt x="1562100" y="1365250"/>
                </a:cubicBezTo>
                <a:cubicBezTo>
                  <a:pt x="1557867" y="1356783"/>
                  <a:pt x="1556093" y="1346543"/>
                  <a:pt x="1549400" y="1339850"/>
                </a:cubicBezTo>
                <a:cubicBezTo>
                  <a:pt x="1495016" y="1285466"/>
                  <a:pt x="1499941" y="1293062"/>
                  <a:pt x="1441450" y="1276350"/>
                </a:cubicBezTo>
                <a:cubicBezTo>
                  <a:pt x="1435100" y="1272117"/>
                  <a:pt x="1429374" y="1266750"/>
                  <a:pt x="1422400" y="1263650"/>
                </a:cubicBezTo>
                <a:cubicBezTo>
                  <a:pt x="1385708" y="1247342"/>
                  <a:pt x="1373861" y="1251704"/>
                  <a:pt x="1333500" y="1238250"/>
                </a:cubicBezTo>
                <a:cubicBezTo>
                  <a:pt x="1300251" y="1227167"/>
                  <a:pt x="1321076" y="1232847"/>
                  <a:pt x="1270000" y="1225550"/>
                </a:cubicBezTo>
                <a:lnTo>
                  <a:pt x="1231900" y="1212850"/>
                </a:lnTo>
                <a:cubicBezTo>
                  <a:pt x="1207277" y="1204642"/>
                  <a:pt x="1190697" y="1198574"/>
                  <a:pt x="1162050" y="1193800"/>
                </a:cubicBezTo>
                <a:cubicBezTo>
                  <a:pt x="1149350" y="1191683"/>
                  <a:pt x="1136441" y="1190573"/>
                  <a:pt x="1123950" y="1187450"/>
                </a:cubicBezTo>
                <a:cubicBezTo>
                  <a:pt x="1110963" y="1184203"/>
                  <a:pt x="1099102" y="1176643"/>
                  <a:pt x="1085850" y="1174750"/>
                </a:cubicBezTo>
                <a:cubicBezTo>
                  <a:pt x="1063329" y="1171533"/>
                  <a:pt x="1010196" y="1165498"/>
                  <a:pt x="990600" y="1155700"/>
                </a:cubicBezTo>
                <a:cubicBezTo>
                  <a:pt x="982133" y="1151467"/>
                  <a:pt x="974063" y="1146324"/>
                  <a:pt x="965200" y="1143000"/>
                </a:cubicBezTo>
                <a:cubicBezTo>
                  <a:pt x="952163" y="1138111"/>
                  <a:pt x="920120" y="1133317"/>
                  <a:pt x="908050" y="1130300"/>
                </a:cubicBezTo>
                <a:cubicBezTo>
                  <a:pt x="893637" y="1126697"/>
                  <a:pt x="868904" y="1115620"/>
                  <a:pt x="857250" y="1111250"/>
                </a:cubicBezTo>
                <a:cubicBezTo>
                  <a:pt x="850983" y="1108900"/>
                  <a:pt x="844187" y="1107893"/>
                  <a:pt x="838200" y="1104900"/>
                </a:cubicBezTo>
                <a:cubicBezTo>
                  <a:pt x="831374" y="1101487"/>
                  <a:pt x="825776" y="1095986"/>
                  <a:pt x="819150" y="1092200"/>
                </a:cubicBezTo>
                <a:cubicBezTo>
                  <a:pt x="810931" y="1087504"/>
                  <a:pt x="801867" y="1084370"/>
                  <a:pt x="793750" y="1079500"/>
                </a:cubicBezTo>
                <a:cubicBezTo>
                  <a:pt x="780662" y="1071647"/>
                  <a:pt x="768350" y="1062567"/>
                  <a:pt x="755650" y="1054100"/>
                </a:cubicBezTo>
                <a:cubicBezTo>
                  <a:pt x="749300" y="1049867"/>
                  <a:pt x="743426" y="1044813"/>
                  <a:pt x="736600" y="1041400"/>
                </a:cubicBezTo>
                <a:cubicBezTo>
                  <a:pt x="728133" y="1037167"/>
                  <a:pt x="718903" y="1034202"/>
                  <a:pt x="711200" y="1028700"/>
                </a:cubicBezTo>
                <a:cubicBezTo>
                  <a:pt x="703892" y="1023480"/>
                  <a:pt x="699458" y="1014870"/>
                  <a:pt x="692150" y="1009650"/>
                </a:cubicBezTo>
                <a:cubicBezTo>
                  <a:pt x="684447" y="1004148"/>
                  <a:pt x="674969" y="1001646"/>
                  <a:pt x="666750" y="996950"/>
                </a:cubicBezTo>
                <a:cubicBezTo>
                  <a:pt x="660124" y="993164"/>
                  <a:pt x="654050" y="988483"/>
                  <a:pt x="647700" y="984250"/>
                </a:cubicBezTo>
                <a:cubicBezTo>
                  <a:pt x="638329" y="970193"/>
                  <a:pt x="630618" y="955929"/>
                  <a:pt x="615950" y="946150"/>
                </a:cubicBezTo>
                <a:cubicBezTo>
                  <a:pt x="610381" y="942437"/>
                  <a:pt x="603250" y="941917"/>
                  <a:pt x="596900" y="939800"/>
                </a:cubicBezTo>
                <a:cubicBezTo>
                  <a:pt x="588269" y="926853"/>
                  <a:pt x="574995" y="906180"/>
                  <a:pt x="565150" y="895350"/>
                </a:cubicBezTo>
                <a:cubicBezTo>
                  <a:pt x="551055" y="879845"/>
                  <a:pt x="535517" y="865717"/>
                  <a:pt x="520700" y="850900"/>
                </a:cubicBezTo>
                <a:cubicBezTo>
                  <a:pt x="514350" y="844550"/>
                  <a:pt x="506631" y="839322"/>
                  <a:pt x="501650" y="831850"/>
                </a:cubicBezTo>
                <a:lnTo>
                  <a:pt x="438150" y="736600"/>
                </a:lnTo>
                <a:lnTo>
                  <a:pt x="425450" y="717550"/>
                </a:lnTo>
                <a:cubicBezTo>
                  <a:pt x="421217" y="711200"/>
                  <a:pt x="416163" y="705326"/>
                  <a:pt x="412750" y="698500"/>
                </a:cubicBezTo>
                <a:cubicBezTo>
                  <a:pt x="408517" y="690033"/>
                  <a:pt x="403779" y="681801"/>
                  <a:pt x="400050" y="673100"/>
                </a:cubicBezTo>
                <a:cubicBezTo>
                  <a:pt x="390809" y="651538"/>
                  <a:pt x="387936" y="616341"/>
                  <a:pt x="368300" y="603250"/>
                </a:cubicBezTo>
                <a:lnTo>
                  <a:pt x="349250" y="590550"/>
                </a:lnTo>
                <a:cubicBezTo>
                  <a:pt x="345017" y="584200"/>
                  <a:pt x="340336" y="578126"/>
                  <a:pt x="336550" y="571500"/>
                </a:cubicBezTo>
                <a:cubicBezTo>
                  <a:pt x="331854" y="563281"/>
                  <a:pt x="328867" y="554127"/>
                  <a:pt x="323850" y="546100"/>
                </a:cubicBezTo>
                <a:cubicBezTo>
                  <a:pt x="318241" y="537125"/>
                  <a:pt x="310951" y="529312"/>
                  <a:pt x="304800" y="520700"/>
                </a:cubicBezTo>
                <a:cubicBezTo>
                  <a:pt x="300364" y="514490"/>
                  <a:pt x="296536" y="507860"/>
                  <a:pt x="292100" y="501650"/>
                </a:cubicBezTo>
                <a:cubicBezTo>
                  <a:pt x="284646" y="491214"/>
                  <a:pt x="267257" y="469863"/>
                  <a:pt x="260350" y="457200"/>
                </a:cubicBezTo>
                <a:cubicBezTo>
                  <a:pt x="225051" y="392485"/>
                  <a:pt x="251128" y="422578"/>
                  <a:pt x="215900" y="387350"/>
                </a:cubicBezTo>
                <a:cubicBezTo>
                  <a:pt x="213783" y="378883"/>
                  <a:pt x="213453" y="369756"/>
                  <a:pt x="209550" y="361950"/>
                </a:cubicBezTo>
                <a:cubicBezTo>
                  <a:pt x="204817" y="352484"/>
                  <a:pt x="196651" y="345162"/>
                  <a:pt x="190500" y="336550"/>
                </a:cubicBezTo>
                <a:cubicBezTo>
                  <a:pt x="186064" y="330340"/>
                  <a:pt x="181586" y="324126"/>
                  <a:pt x="177800" y="317500"/>
                </a:cubicBezTo>
                <a:cubicBezTo>
                  <a:pt x="173104" y="309281"/>
                  <a:pt x="169796" y="300319"/>
                  <a:pt x="165100" y="292100"/>
                </a:cubicBezTo>
                <a:cubicBezTo>
                  <a:pt x="161314" y="285474"/>
                  <a:pt x="156186" y="279676"/>
                  <a:pt x="152400" y="273050"/>
                </a:cubicBezTo>
                <a:cubicBezTo>
                  <a:pt x="147704" y="264831"/>
                  <a:pt x="144396" y="255869"/>
                  <a:pt x="139700" y="247650"/>
                </a:cubicBezTo>
                <a:cubicBezTo>
                  <a:pt x="135914" y="241024"/>
                  <a:pt x="130413" y="235426"/>
                  <a:pt x="127000" y="228600"/>
                </a:cubicBezTo>
                <a:cubicBezTo>
                  <a:pt x="124007" y="222613"/>
                  <a:pt x="123287" y="215702"/>
                  <a:pt x="120650" y="209550"/>
                </a:cubicBezTo>
                <a:cubicBezTo>
                  <a:pt x="116921" y="200849"/>
                  <a:pt x="111679" y="192851"/>
                  <a:pt x="107950" y="184150"/>
                </a:cubicBezTo>
                <a:cubicBezTo>
                  <a:pt x="105313" y="177998"/>
                  <a:pt x="104593" y="171087"/>
                  <a:pt x="101600" y="165100"/>
                </a:cubicBezTo>
                <a:cubicBezTo>
                  <a:pt x="98187" y="158274"/>
                  <a:pt x="92313" y="152876"/>
                  <a:pt x="88900" y="146050"/>
                </a:cubicBezTo>
                <a:cubicBezTo>
                  <a:pt x="85907" y="140063"/>
                  <a:pt x="85543" y="132987"/>
                  <a:pt x="82550" y="127000"/>
                </a:cubicBezTo>
                <a:cubicBezTo>
                  <a:pt x="79137" y="120174"/>
                  <a:pt x="73263" y="114776"/>
                  <a:pt x="69850" y="107950"/>
                </a:cubicBezTo>
                <a:cubicBezTo>
                  <a:pt x="66857" y="101963"/>
                  <a:pt x="66751" y="94751"/>
                  <a:pt x="63500" y="88900"/>
                </a:cubicBezTo>
                <a:cubicBezTo>
                  <a:pt x="44512" y="54721"/>
                  <a:pt x="42190" y="54890"/>
                  <a:pt x="19050" y="31750"/>
                </a:cubicBezTo>
                <a:cubicBezTo>
                  <a:pt x="10807" y="7020"/>
                  <a:pt x="17433" y="17433"/>
                  <a:pt x="0" y="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2071670" y="857232"/>
            <a:ext cx="147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게시판 리스트작성</a:t>
            </a:r>
            <a:endParaRPr lang="en-US" altLang="ko-KR" sz="1200" dirty="0" smtClean="0"/>
          </a:p>
          <a:p>
            <a:r>
              <a:rPr lang="en-US" altLang="ko-KR" sz="1200" dirty="0" smtClean="0"/>
              <a:t>1~6</a:t>
            </a:r>
            <a:r>
              <a:rPr lang="ko-KR" altLang="en-US" sz="1200" dirty="0" smtClean="0"/>
              <a:t>번 실행</a:t>
            </a:r>
            <a:endParaRPr lang="ko-KR" alt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3643306" y="785794"/>
            <a:ext cx="2164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로그인한 사용자만 </a:t>
            </a:r>
            <a:endParaRPr lang="en-US" altLang="ko-KR" sz="1200" dirty="0" smtClean="0"/>
          </a:p>
          <a:p>
            <a:r>
              <a:rPr lang="ko-KR" altLang="en-US" sz="1200" dirty="0" smtClean="0"/>
              <a:t>글쓰기 가능 </a:t>
            </a:r>
            <a:r>
              <a:rPr lang="en-US" altLang="ko-KR" sz="1200" dirty="0" smtClean="0"/>
              <a:t>( session check)</a:t>
            </a:r>
            <a:endParaRPr lang="ko-KR" alt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7929586" y="785794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로그인한 사용자만 </a:t>
            </a:r>
            <a:endParaRPr lang="en-US" altLang="ko-KR" sz="1200" dirty="0" smtClean="0"/>
          </a:p>
          <a:p>
            <a:r>
              <a:rPr lang="ko-KR" altLang="en-US" sz="1200" dirty="0" smtClean="0"/>
              <a:t>글 </a:t>
            </a:r>
            <a:r>
              <a:rPr lang="en-US" altLang="ko-KR" sz="1200" dirty="0" smtClean="0"/>
              <a:t>insert</a:t>
            </a:r>
            <a:r>
              <a:rPr lang="ko-KR" altLang="en-US" sz="1200" dirty="0" smtClean="0"/>
              <a:t>가능</a:t>
            </a:r>
            <a:endParaRPr lang="ko-KR" alt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785786" y="6429396"/>
            <a:ext cx="35782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 dirty="0" smtClean="0"/>
              <a:t>${ </a:t>
            </a:r>
            <a:r>
              <a:rPr lang="en-US" sz="1100" b="1" i="1" dirty="0" err="1" smtClean="0"/>
              <a:t>totalCount</a:t>
            </a:r>
            <a:r>
              <a:rPr lang="en-US" sz="1100" b="1" i="1" dirty="0" smtClean="0"/>
              <a:t>-(currentPage-1)*</a:t>
            </a:r>
            <a:r>
              <a:rPr lang="en-US" sz="1100" b="1" i="1" dirty="0" err="1" smtClean="0"/>
              <a:t>pageScale</a:t>
            </a:r>
            <a:r>
              <a:rPr lang="en-US" sz="1100" b="1" i="1" dirty="0" smtClean="0"/>
              <a:t> -</a:t>
            </a:r>
            <a:r>
              <a:rPr lang="en-US" sz="1100" b="1" i="1" dirty="0" err="1" smtClean="0"/>
              <a:t>i.index</a:t>
            </a:r>
            <a:r>
              <a:rPr lang="en-US" sz="1100" b="1" i="1" dirty="0" smtClean="0"/>
              <a:t> }</a:t>
            </a:r>
            <a:endParaRPr lang="ko-KR" altLang="en-US" sz="1100" dirty="0"/>
          </a:p>
        </p:txBody>
      </p:sp>
      <p:sp>
        <p:nvSpPr>
          <p:cNvPr id="47" name="자유형 46"/>
          <p:cNvSpPr/>
          <p:nvPr/>
        </p:nvSpPr>
        <p:spPr>
          <a:xfrm>
            <a:off x="660400" y="4514850"/>
            <a:ext cx="831850" cy="2032000"/>
          </a:xfrm>
          <a:custGeom>
            <a:avLst/>
            <a:gdLst>
              <a:gd name="connsiteX0" fmla="*/ 254000 w 831850"/>
              <a:gd name="connsiteY0" fmla="*/ 2032000 h 2032000"/>
              <a:gd name="connsiteX1" fmla="*/ 209550 w 831850"/>
              <a:gd name="connsiteY1" fmla="*/ 2025650 h 2032000"/>
              <a:gd name="connsiteX2" fmla="*/ 190500 w 831850"/>
              <a:gd name="connsiteY2" fmla="*/ 2012950 h 2032000"/>
              <a:gd name="connsiteX3" fmla="*/ 139700 w 831850"/>
              <a:gd name="connsiteY3" fmla="*/ 1955800 h 2032000"/>
              <a:gd name="connsiteX4" fmla="*/ 120650 w 831850"/>
              <a:gd name="connsiteY4" fmla="*/ 1917700 h 2032000"/>
              <a:gd name="connsiteX5" fmla="*/ 107950 w 831850"/>
              <a:gd name="connsiteY5" fmla="*/ 1892300 h 2032000"/>
              <a:gd name="connsiteX6" fmla="*/ 95250 w 831850"/>
              <a:gd name="connsiteY6" fmla="*/ 1873250 h 2032000"/>
              <a:gd name="connsiteX7" fmla="*/ 76200 w 831850"/>
              <a:gd name="connsiteY7" fmla="*/ 1809750 h 2032000"/>
              <a:gd name="connsiteX8" fmla="*/ 50800 w 831850"/>
              <a:gd name="connsiteY8" fmla="*/ 1752600 h 2032000"/>
              <a:gd name="connsiteX9" fmla="*/ 44450 w 831850"/>
              <a:gd name="connsiteY9" fmla="*/ 1720850 h 2032000"/>
              <a:gd name="connsiteX10" fmla="*/ 31750 w 831850"/>
              <a:gd name="connsiteY10" fmla="*/ 1695450 h 2032000"/>
              <a:gd name="connsiteX11" fmla="*/ 25400 w 831850"/>
              <a:gd name="connsiteY11" fmla="*/ 1657350 h 2032000"/>
              <a:gd name="connsiteX12" fmla="*/ 19050 w 831850"/>
              <a:gd name="connsiteY12" fmla="*/ 1638300 h 2032000"/>
              <a:gd name="connsiteX13" fmla="*/ 12700 w 831850"/>
              <a:gd name="connsiteY13" fmla="*/ 1606550 h 2032000"/>
              <a:gd name="connsiteX14" fmla="*/ 0 w 831850"/>
              <a:gd name="connsiteY14" fmla="*/ 1352550 h 2032000"/>
              <a:gd name="connsiteX15" fmla="*/ 6350 w 831850"/>
              <a:gd name="connsiteY15" fmla="*/ 1092200 h 2032000"/>
              <a:gd name="connsiteX16" fmla="*/ 12700 w 831850"/>
              <a:gd name="connsiteY16" fmla="*/ 1066800 h 2032000"/>
              <a:gd name="connsiteX17" fmla="*/ 19050 w 831850"/>
              <a:gd name="connsiteY17" fmla="*/ 1022350 h 2032000"/>
              <a:gd name="connsiteX18" fmla="*/ 25400 w 831850"/>
              <a:gd name="connsiteY18" fmla="*/ 996950 h 2032000"/>
              <a:gd name="connsiteX19" fmla="*/ 31750 w 831850"/>
              <a:gd name="connsiteY19" fmla="*/ 965200 h 2032000"/>
              <a:gd name="connsiteX20" fmla="*/ 38100 w 831850"/>
              <a:gd name="connsiteY20" fmla="*/ 939800 h 2032000"/>
              <a:gd name="connsiteX21" fmla="*/ 50800 w 831850"/>
              <a:gd name="connsiteY21" fmla="*/ 876300 h 2032000"/>
              <a:gd name="connsiteX22" fmla="*/ 57150 w 831850"/>
              <a:gd name="connsiteY22" fmla="*/ 857250 h 2032000"/>
              <a:gd name="connsiteX23" fmla="*/ 63500 w 831850"/>
              <a:gd name="connsiteY23" fmla="*/ 831850 h 2032000"/>
              <a:gd name="connsiteX24" fmla="*/ 69850 w 831850"/>
              <a:gd name="connsiteY24" fmla="*/ 812800 h 2032000"/>
              <a:gd name="connsiteX25" fmla="*/ 76200 w 831850"/>
              <a:gd name="connsiteY25" fmla="*/ 781050 h 2032000"/>
              <a:gd name="connsiteX26" fmla="*/ 101600 w 831850"/>
              <a:gd name="connsiteY26" fmla="*/ 717550 h 2032000"/>
              <a:gd name="connsiteX27" fmla="*/ 120650 w 831850"/>
              <a:gd name="connsiteY27" fmla="*/ 654050 h 2032000"/>
              <a:gd name="connsiteX28" fmla="*/ 133350 w 831850"/>
              <a:gd name="connsiteY28" fmla="*/ 635000 h 2032000"/>
              <a:gd name="connsiteX29" fmla="*/ 158750 w 831850"/>
              <a:gd name="connsiteY29" fmla="*/ 577850 h 2032000"/>
              <a:gd name="connsiteX30" fmla="*/ 177800 w 831850"/>
              <a:gd name="connsiteY30" fmla="*/ 546100 h 2032000"/>
              <a:gd name="connsiteX31" fmla="*/ 190500 w 831850"/>
              <a:gd name="connsiteY31" fmla="*/ 527050 h 2032000"/>
              <a:gd name="connsiteX32" fmla="*/ 203200 w 831850"/>
              <a:gd name="connsiteY32" fmla="*/ 488950 h 2032000"/>
              <a:gd name="connsiteX33" fmla="*/ 222250 w 831850"/>
              <a:gd name="connsiteY33" fmla="*/ 463550 h 2032000"/>
              <a:gd name="connsiteX34" fmla="*/ 234950 w 831850"/>
              <a:gd name="connsiteY34" fmla="*/ 444500 h 2032000"/>
              <a:gd name="connsiteX35" fmla="*/ 254000 w 831850"/>
              <a:gd name="connsiteY35" fmla="*/ 425450 h 2032000"/>
              <a:gd name="connsiteX36" fmla="*/ 292100 w 831850"/>
              <a:gd name="connsiteY36" fmla="*/ 368300 h 2032000"/>
              <a:gd name="connsiteX37" fmla="*/ 311150 w 831850"/>
              <a:gd name="connsiteY37" fmla="*/ 342900 h 2032000"/>
              <a:gd name="connsiteX38" fmla="*/ 323850 w 831850"/>
              <a:gd name="connsiteY38" fmla="*/ 317500 h 2032000"/>
              <a:gd name="connsiteX39" fmla="*/ 342900 w 831850"/>
              <a:gd name="connsiteY39" fmla="*/ 298450 h 2032000"/>
              <a:gd name="connsiteX40" fmla="*/ 355600 w 831850"/>
              <a:gd name="connsiteY40" fmla="*/ 279400 h 2032000"/>
              <a:gd name="connsiteX41" fmla="*/ 374650 w 831850"/>
              <a:gd name="connsiteY41" fmla="*/ 260350 h 2032000"/>
              <a:gd name="connsiteX42" fmla="*/ 406400 w 831850"/>
              <a:gd name="connsiteY42" fmla="*/ 228600 h 2032000"/>
              <a:gd name="connsiteX43" fmla="*/ 419100 w 831850"/>
              <a:gd name="connsiteY43" fmla="*/ 209550 h 2032000"/>
              <a:gd name="connsiteX44" fmla="*/ 425450 w 831850"/>
              <a:gd name="connsiteY44" fmla="*/ 190500 h 2032000"/>
              <a:gd name="connsiteX45" fmla="*/ 444500 w 831850"/>
              <a:gd name="connsiteY45" fmla="*/ 177800 h 2032000"/>
              <a:gd name="connsiteX46" fmla="*/ 482600 w 831850"/>
              <a:gd name="connsiteY46" fmla="*/ 139700 h 2032000"/>
              <a:gd name="connsiteX47" fmla="*/ 501650 w 831850"/>
              <a:gd name="connsiteY47" fmla="*/ 120650 h 2032000"/>
              <a:gd name="connsiteX48" fmla="*/ 539750 w 831850"/>
              <a:gd name="connsiteY48" fmla="*/ 88900 h 2032000"/>
              <a:gd name="connsiteX49" fmla="*/ 558800 w 831850"/>
              <a:gd name="connsiteY49" fmla="*/ 76200 h 2032000"/>
              <a:gd name="connsiteX50" fmla="*/ 635000 w 831850"/>
              <a:gd name="connsiteY50" fmla="*/ 12700 h 2032000"/>
              <a:gd name="connsiteX51" fmla="*/ 685800 w 831850"/>
              <a:gd name="connsiteY51" fmla="*/ 0 h 2032000"/>
              <a:gd name="connsiteX52" fmla="*/ 781050 w 831850"/>
              <a:gd name="connsiteY52" fmla="*/ 6350 h 2032000"/>
              <a:gd name="connsiteX53" fmla="*/ 806450 w 831850"/>
              <a:gd name="connsiteY53" fmla="*/ 12700 h 2032000"/>
              <a:gd name="connsiteX54" fmla="*/ 831850 w 831850"/>
              <a:gd name="connsiteY54" fmla="*/ 19050 h 20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831850" h="2032000">
                <a:moveTo>
                  <a:pt x="254000" y="2032000"/>
                </a:moveTo>
                <a:cubicBezTo>
                  <a:pt x="239183" y="2029883"/>
                  <a:pt x="223886" y="2029951"/>
                  <a:pt x="209550" y="2025650"/>
                </a:cubicBezTo>
                <a:cubicBezTo>
                  <a:pt x="202240" y="2023457"/>
                  <a:pt x="196294" y="2017917"/>
                  <a:pt x="190500" y="2012950"/>
                </a:cubicBezTo>
                <a:cubicBezTo>
                  <a:pt x="171095" y="1996317"/>
                  <a:pt x="154946" y="1976128"/>
                  <a:pt x="139700" y="1955800"/>
                </a:cubicBezTo>
                <a:cubicBezTo>
                  <a:pt x="119361" y="1928682"/>
                  <a:pt x="132856" y="1946182"/>
                  <a:pt x="120650" y="1917700"/>
                </a:cubicBezTo>
                <a:cubicBezTo>
                  <a:pt x="116921" y="1908999"/>
                  <a:pt x="112646" y="1900519"/>
                  <a:pt x="107950" y="1892300"/>
                </a:cubicBezTo>
                <a:cubicBezTo>
                  <a:pt x="104164" y="1885674"/>
                  <a:pt x="98350" y="1880224"/>
                  <a:pt x="95250" y="1873250"/>
                </a:cubicBezTo>
                <a:cubicBezTo>
                  <a:pt x="75622" y="1829087"/>
                  <a:pt x="88514" y="1846692"/>
                  <a:pt x="76200" y="1809750"/>
                </a:cubicBezTo>
                <a:cubicBezTo>
                  <a:pt x="68092" y="1785427"/>
                  <a:pt x="61864" y="1774729"/>
                  <a:pt x="50800" y="1752600"/>
                </a:cubicBezTo>
                <a:cubicBezTo>
                  <a:pt x="48683" y="1742017"/>
                  <a:pt x="47863" y="1731089"/>
                  <a:pt x="44450" y="1720850"/>
                </a:cubicBezTo>
                <a:cubicBezTo>
                  <a:pt x="41457" y="1711870"/>
                  <a:pt x="34470" y="1704517"/>
                  <a:pt x="31750" y="1695450"/>
                </a:cubicBezTo>
                <a:cubicBezTo>
                  <a:pt x="28050" y="1683118"/>
                  <a:pt x="28193" y="1669919"/>
                  <a:pt x="25400" y="1657350"/>
                </a:cubicBezTo>
                <a:cubicBezTo>
                  <a:pt x="23948" y="1650816"/>
                  <a:pt x="20673" y="1644794"/>
                  <a:pt x="19050" y="1638300"/>
                </a:cubicBezTo>
                <a:cubicBezTo>
                  <a:pt x="16432" y="1627829"/>
                  <a:pt x="14817" y="1617133"/>
                  <a:pt x="12700" y="1606550"/>
                </a:cubicBezTo>
                <a:cubicBezTo>
                  <a:pt x="11491" y="1583586"/>
                  <a:pt x="0" y="1369081"/>
                  <a:pt x="0" y="1352550"/>
                </a:cubicBezTo>
                <a:cubicBezTo>
                  <a:pt x="0" y="1265741"/>
                  <a:pt x="2496" y="1178924"/>
                  <a:pt x="6350" y="1092200"/>
                </a:cubicBezTo>
                <a:cubicBezTo>
                  <a:pt x="6737" y="1083481"/>
                  <a:pt x="11139" y="1075386"/>
                  <a:pt x="12700" y="1066800"/>
                </a:cubicBezTo>
                <a:cubicBezTo>
                  <a:pt x="15377" y="1052074"/>
                  <a:pt x="16373" y="1037076"/>
                  <a:pt x="19050" y="1022350"/>
                </a:cubicBezTo>
                <a:cubicBezTo>
                  <a:pt x="20611" y="1013764"/>
                  <a:pt x="23507" y="1005469"/>
                  <a:pt x="25400" y="996950"/>
                </a:cubicBezTo>
                <a:cubicBezTo>
                  <a:pt x="27741" y="986414"/>
                  <a:pt x="29409" y="975736"/>
                  <a:pt x="31750" y="965200"/>
                </a:cubicBezTo>
                <a:cubicBezTo>
                  <a:pt x="33643" y="956681"/>
                  <a:pt x="36388" y="948358"/>
                  <a:pt x="38100" y="939800"/>
                </a:cubicBezTo>
                <a:cubicBezTo>
                  <a:pt x="46416" y="898219"/>
                  <a:pt x="40967" y="910715"/>
                  <a:pt x="50800" y="876300"/>
                </a:cubicBezTo>
                <a:cubicBezTo>
                  <a:pt x="52639" y="869864"/>
                  <a:pt x="55311" y="863686"/>
                  <a:pt x="57150" y="857250"/>
                </a:cubicBezTo>
                <a:cubicBezTo>
                  <a:pt x="59548" y="848859"/>
                  <a:pt x="61102" y="840241"/>
                  <a:pt x="63500" y="831850"/>
                </a:cubicBezTo>
                <a:cubicBezTo>
                  <a:pt x="65339" y="825414"/>
                  <a:pt x="68227" y="819294"/>
                  <a:pt x="69850" y="812800"/>
                </a:cubicBezTo>
                <a:cubicBezTo>
                  <a:pt x="72468" y="802329"/>
                  <a:pt x="73360" y="791463"/>
                  <a:pt x="76200" y="781050"/>
                </a:cubicBezTo>
                <a:cubicBezTo>
                  <a:pt x="85616" y="746524"/>
                  <a:pt x="87352" y="746046"/>
                  <a:pt x="101600" y="717550"/>
                </a:cubicBezTo>
                <a:cubicBezTo>
                  <a:pt x="107549" y="687807"/>
                  <a:pt x="106726" y="681897"/>
                  <a:pt x="120650" y="654050"/>
                </a:cubicBezTo>
                <a:cubicBezTo>
                  <a:pt x="124063" y="647224"/>
                  <a:pt x="129937" y="641826"/>
                  <a:pt x="133350" y="635000"/>
                </a:cubicBezTo>
                <a:cubicBezTo>
                  <a:pt x="168673" y="564353"/>
                  <a:pt x="125084" y="638448"/>
                  <a:pt x="158750" y="577850"/>
                </a:cubicBezTo>
                <a:cubicBezTo>
                  <a:pt x="164744" y="567061"/>
                  <a:pt x="171259" y="556566"/>
                  <a:pt x="177800" y="546100"/>
                </a:cubicBezTo>
                <a:cubicBezTo>
                  <a:pt x="181845" y="539628"/>
                  <a:pt x="187400" y="534024"/>
                  <a:pt x="190500" y="527050"/>
                </a:cubicBezTo>
                <a:cubicBezTo>
                  <a:pt x="195937" y="514817"/>
                  <a:pt x="195168" y="499660"/>
                  <a:pt x="203200" y="488950"/>
                </a:cubicBezTo>
                <a:cubicBezTo>
                  <a:pt x="209550" y="480483"/>
                  <a:pt x="216099" y="472162"/>
                  <a:pt x="222250" y="463550"/>
                </a:cubicBezTo>
                <a:cubicBezTo>
                  <a:pt x="226686" y="457340"/>
                  <a:pt x="230064" y="450363"/>
                  <a:pt x="234950" y="444500"/>
                </a:cubicBezTo>
                <a:cubicBezTo>
                  <a:pt x="240699" y="437601"/>
                  <a:pt x="248487" y="432539"/>
                  <a:pt x="254000" y="425450"/>
                </a:cubicBezTo>
                <a:cubicBezTo>
                  <a:pt x="298450" y="368300"/>
                  <a:pt x="263525" y="406400"/>
                  <a:pt x="292100" y="368300"/>
                </a:cubicBezTo>
                <a:cubicBezTo>
                  <a:pt x="298450" y="359833"/>
                  <a:pt x="305541" y="351875"/>
                  <a:pt x="311150" y="342900"/>
                </a:cubicBezTo>
                <a:cubicBezTo>
                  <a:pt x="316167" y="334873"/>
                  <a:pt x="318348" y="325203"/>
                  <a:pt x="323850" y="317500"/>
                </a:cubicBezTo>
                <a:cubicBezTo>
                  <a:pt x="329070" y="310192"/>
                  <a:pt x="337151" y="305349"/>
                  <a:pt x="342900" y="298450"/>
                </a:cubicBezTo>
                <a:cubicBezTo>
                  <a:pt x="347786" y="292587"/>
                  <a:pt x="350714" y="285263"/>
                  <a:pt x="355600" y="279400"/>
                </a:cubicBezTo>
                <a:cubicBezTo>
                  <a:pt x="361349" y="272501"/>
                  <a:pt x="368901" y="267249"/>
                  <a:pt x="374650" y="260350"/>
                </a:cubicBezTo>
                <a:cubicBezTo>
                  <a:pt x="401108" y="228600"/>
                  <a:pt x="371475" y="251883"/>
                  <a:pt x="406400" y="228600"/>
                </a:cubicBezTo>
                <a:cubicBezTo>
                  <a:pt x="410633" y="222250"/>
                  <a:pt x="415687" y="216376"/>
                  <a:pt x="419100" y="209550"/>
                </a:cubicBezTo>
                <a:cubicBezTo>
                  <a:pt x="422093" y="203563"/>
                  <a:pt x="421269" y="195727"/>
                  <a:pt x="425450" y="190500"/>
                </a:cubicBezTo>
                <a:cubicBezTo>
                  <a:pt x="430218" y="184541"/>
                  <a:pt x="438796" y="182870"/>
                  <a:pt x="444500" y="177800"/>
                </a:cubicBezTo>
                <a:cubicBezTo>
                  <a:pt x="457924" y="165868"/>
                  <a:pt x="469900" y="152400"/>
                  <a:pt x="482600" y="139700"/>
                </a:cubicBezTo>
                <a:cubicBezTo>
                  <a:pt x="488950" y="133350"/>
                  <a:pt x="494178" y="125631"/>
                  <a:pt x="501650" y="120650"/>
                </a:cubicBezTo>
                <a:cubicBezTo>
                  <a:pt x="548948" y="89118"/>
                  <a:pt x="490857" y="129644"/>
                  <a:pt x="539750" y="88900"/>
                </a:cubicBezTo>
                <a:cubicBezTo>
                  <a:pt x="545613" y="84014"/>
                  <a:pt x="553096" y="81270"/>
                  <a:pt x="558800" y="76200"/>
                </a:cubicBezTo>
                <a:cubicBezTo>
                  <a:pt x="580021" y="57336"/>
                  <a:pt x="605472" y="22543"/>
                  <a:pt x="635000" y="12700"/>
                </a:cubicBezTo>
                <a:cubicBezTo>
                  <a:pt x="664289" y="2937"/>
                  <a:pt x="647486" y="7663"/>
                  <a:pt x="685800" y="0"/>
                </a:cubicBezTo>
                <a:cubicBezTo>
                  <a:pt x="717550" y="2117"/>
                  <a:pt x="749404" y="3019"/>
                  <a:pt x="781050" y="6350"/>
                </a:cubicBezTo>
                <a:cubicBezTo>
                  <a:pt x="789729" y="7264"/>
                  <a:pt x="798059" y="10302"/>
                  <a:pt x="806450" y="12700"/>
                </a:cubicBezTo>
                <a:cubicBezTo>
                  <a:pt x="831018" y="19719"/>
                  <a:pt x="817697" y="19050"/>
                  <a:pt x="831850" y="190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0" y="4786322"/>
            <a:ext cx="17443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실제 글 번호로 보여주면</a:t>
            </a:r>
            <a:endParaRPr lang="en-US" altLang="ko-KR" sz="1100" dirty="0" smtClean="0"/>
          </a:p>
          <a:p>
            <a:r>
              <a:rPr lang="ko-KR" altLang="en-US" sz="1100" dirty="0" smtClean="0"/>
              <a:t>글을 삭제 했을 때</a:t>
            </a:r>
            <a:endParaRPr lang="en-US" altLang="ko-KR" sz="1100" dirty="0" smtClean="0"/>
          </a:p>
          <a:p>
            <a:r>
              <a:rPr lang="ko-KR" altLang="en-US" sz="1100" dirty="0" smtClean="0"/>
              <a:t>글 번호가 빠지게 </a:t>
            </a:r>
            <a:endParaRPr lang="en-US" altLang="ko-KR" sz="1100" dirty="0" smtClean="0"/>
          </a:p>
          <a:p>
            <a:r>
              <a:rPr lang="ko-KR" altLang="en-US" sz="1100" dirty="0" smtClean="0"/>
              <a:t>된다</a:t>
            </a:r>
            <a:r>
              <a:rPr lang="en-US" altLang="ko-KR" sz="1100" dirty="0" smtClean="0"/>
              <a:t>.</a:t>
            </a:r>
          </a:p>
          <a:p>
            <a:pPr>
              <a:buFont typeface="Symbol"/>
              <a:buChar char="Þ"/>
            </a:pPr>
            <a:r>
              <a:rPr lang="ko-KR" altLang="en-US" sz="1100" dirty="0" smtClean="0"/>
              <a:t>연산하여 가상의</a:t>
            </a:r>
            <a:r>
              <a:rPr lang="en-US" altLang="ko-KR" sz="1100" dirty="0" smtClean="0"/>
              <a:t> </a:t>
            </a:r>
          </a:p>
          <a:p>
            <a:r>
              <a:rPr lang="en-US" altLang="ko-KR" sz="1100" dirty="0" smtClean="0"/>
              <a:t> </a:t>
            </a:r>
            <a:r>
              <a:rPr lang="ko-KR" altLang="en-US" sz="1100" dirty="0" smtClean="0"/>
              <a:t>번호로 보여준다</a:t>
            </a:r>
            <a:r>
              <a:rPr lang="en-US" altLang="ko-KR" sz="1100" dirty="0" smtClean="0"/>
              <a:t>.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1736" y="3786190"/>
            <a:ext cx="3467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실제 </a:t>
            </a:r>
            <a:r>
              <a:rPr lang="ko-KR" altLang="en-US" sz="1200" dirty="0" err="1" smtClean="0"/>
              <a:t>글번호를</a:t>
            </a:r>
            <a:r>
              <a:rPr lang="ko-KR" altLang="en-US" sz="1200" dirty="0" smtClean="0"/>
              <a:t> 사용한 요청</a:t>
            </a:r>
            <a:endParaRPr lang="en-US" altLang="ko-KR" sz="1200" dirty="0" smtClean="0"/>
          </a:p>
          <a:p>
            <a:r>
              <a:rPr lang="en-US" altLang="ko-KR" sz="1200" dirty="0" smtClean="0"/>
              <a:t>&lt;a </a:t>
            </a:r>
            <a:r>
              <a:rPr lang="en-US" altLang="ko-KR" sz="1200" dirty="0" err="1" smtClean="0"/>
              <a:t>href</a:t>
            </a:r>
            <a:r>
              <a:rPr lang="en-US" altLang="ko-KR" sz="1200" dirty="0" smtClean="0"/>
              <a:t>=“</a:t>
            </a:r>
            <a:r>
              <a:rPr lang="en-US" altLang="ko-KR" sz="1200" dirty="0" err="1" smtClean="0"/>
              <a:t>boardDetail.jsp?num</a:t>
            </a:r>
            <a:r>
              <a:rPr lang="en-US" altLang="ko-KR" sz="1200" dirty="0" smtClean="0"/>
              <a:t>=${ </a:t>
            </a:r>
            <a:r>
              <a:rPr lang="ko-KR" altLang="en-US" sz="1200" dirty="0" smtClean="0"/>
              <a:t>실제번호 </a:t>
            </a:r>
            <a:r>
              <a:rPr lang="en-US" altLang="ko-KR" sz="1200" dirty="0" smtClean="0"/>
              <a:t>}”&gt;</a:t>
            </a:r>
            <a:endParaRPr lang="ko-KR" altLang="en-US" sz="1200" dirty="0"/>
          </a:p>
        </p:txBody>
      </p:sp>
      <p:cxnSp>
        <p:nvCxnSpPr>
          <p:cNvPr id="51" name="직선 화살표 연결선 50"/>
          <p:cNvCxnSpPr/>
          <p:nvPr/>
        </p:nvCxnSpPr>
        <p:spPr>
          <a:xfrm rot="16200000" flipH="1">
            <a:off x="5107785" y="2678901"/>
            <a:ext cx="3500462" cy="1285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43636" y="200024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en-US" altLang="ko-KR" sz="1200" dirty="0" smtClean="0"/>
          </a:p>
        </p:txBody>
      </p:sp>
      <p:sp>
        <p:nvSpPr>
          <p:cNvPr id="54" name="폭발 2 53"/>
          <p:cNvSpPr/>
          <p:nvPr/>
        </p:nvSpPr>
        <p:spPr>
          <a:xfrm>
            <a:off x="8215306" y="4429132"/>
            <a:ext cx="928694" cy="41433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F5</a:t>
            </a:r>
            <a:endParaRPr lang="ko-KR" altLang="en-US" sz="900" b="1" dirty="0"/>
          </a:p>
        </p:txBody>
      </p:sp>
      <p:sp>
        <p:nvSpPr>
          <p:cNvPr id="55" name="자유형 54"/>
          <p:cNvSpPr/>
          <p:nvPr/>
        </p:nvSpPr>
        <p:spPr>
          <a:xfrm>
            <a:off x="5664200" y="1558487"/>
            <a:ext cx="2804358" cy="3184963"/>
          </a:xfrm>
          <a:custGeom>
            <a:avLst/>
            <a:gdLst>
              <a:gd name="connsiteX0" fmla="*/ 2768600 w 2804358"/>
              <a:gd name="connsiteY0" fmla="*/ 3096063 h 3184963"/>
              <a:gd name="connsiteX1" fmla="*/ 2730500 w 2804358"/>
              <a:gd name="connsiteY1" fmla="*/ 3115113 h 3184963"/>
              <a:gd name="connsiteX2" fmla="*/ 2692400 w 2804358"/>
              <a:gd name="connsiteY2" fmla="*/ 3127813 h 3184963"/>
              <a:gd name="connsiteX3" fmla="*/ 2654300 w 2804358"/>
              <a:gd name="connsiteY3" fmla="*/ 3146863 h 3184963"/>
              <a:gd name="connsiteX4" fmla="*/ 2628900 w 2804358"/>
              <a:gd name="connsiteY4" fmla="*/ 3159563 h 3184963"/>
              <a:gd name="connsiteX5" fmla="*/ 2590800 w 2804358"/>
              <a:gd name="connsiteY5" fmla="*/ 3172263 h 3184963"/>
              <a:gd name="connsiteX6" fmla="*/ 2571750 w 2804358"/>
              <a:gd name="connsiteY6" fmla="*/ 3178613 h 3184963"/>
              <a:gd name="connsiteX7" fmla="*/ 2533650 w 2804358"/>
              <a:gd name="connsiteY7" fmla="*/ 3184963 h 3184963"/>
              <a:gd name="connsiteX8" fmla="*/ 2273300 w 2804358"/>
              <a:gd name="connsiteY8" fmla="*/ 3178613 h 3184963"/>
              <a:gd name="connsiteX9" fmla="*/ 2197100 w 2804358"/>
              <a:gd name="connsiteY9" fmla="*/ 3165913 h 3184963"/>
              <a:gd name="connsiteX10" fmla="*/ 2139950 w 2804358"/>
              <a:gd name="connsiteY10" fmla="*/ 3146863 h 3184963"/>
              <a:gd name="connsiteX11" fmla="*/ 2051050 w 2804358"/>
              <a:gd name="connsiteY11" fmla="*/ 3127813 h 3184963"/>
              <a:gd name="connsiteX12" fmla="*/ 2019300 w 2804358"/>
              <a:gd name="connsiteY12" fmla="*/ 3115113 h 3184963"/>
              <a:gd name="connsiteX13" fmla="*/ 2000250 w 2804358"/>
              <a:gd name="connsiteY13" fmla="*/ 3108763 h 3184963"/>
              <a:gd name="connsiteX14" fmla="*/ 1974850 w 2804358"/>
              <a:gd name="connsiteY14" fmla="*/ 3096063 h 3184963"/>
              <a:gd name="connsiteX15" fmla="*/ 1898650 w 2804358"/>
              <a:gd name="connsiteY15" fmla="*/ 3077013 h 3184963"/>
              <a:gd name="connsiteX16" fmla="*/ 1866900 w 2804358"/>
              <a:gd name="connsiteY16" fmla="*/ 3064313 h 3184963"/>
              <a:gd name="connsiteX17" fmla="*/ 1803400 w 2804358"/>
              <a:gd name="connsiteY17" fmla="*/ 3038913 h 3184963"/>
              <a:gd name="connsiteX18" fmla="*/ 1752600 w 2804358"/>
              <a:gd name="connsiteY18" fmla="*/ 3032563 h 3184963"/>
              <a:gd name="connsiteX19" fmla="*/ 1708150 w 2804358"/>
              <a:gd name="connsiteY19" fmla="*/ 3019863 h 3184963"/>
              <a:gd name="connsiteX20" fmla="*/ 1663700 w 2804358"/>
              <a:gd name="connsiteY20" fmla="*/ 3013513 h 3184963"/>
              <a:gd name="connsiteX21" fmla="*/ 1593850 w 2804358"/>
              <a:gd name="connsiteY21" fmla="*/ 3000813 h 3184963"/>
              <a:gd name="connsiteX22" fmla="*/ 1536700 w 2804358"/>
              <a:gd name="connsiteY22" fmla="*/ 2988113 h 3184963"/>
              <a:gd name="connsiteX23" fmla="*/ 1498600 w 2804358"/>
              <a:gd name="connsiteY23" fmla="*/ 2975413 h 3184963"/>
              <a:gd name="connsiteX24" fmla="*/ 1447800 w 2804358"/>
              <a:gd name="connsiteY24" fmla="*/ 2969063 h 3184963"/>
              <a:gd name="connsiteX25" fmla="*/ 1428750 w 2804358"/>
              <a:gd name="connsiteY25" fmla="*/ 2962713 h 3184963"/>
              <a:gd name="connsiteX26" fmla="*/ 1403350 w 2804358"/>
              <a:gd name="connsiteY26" fmla="*/ 2950013 h 3184963"/>
              <a:gd name="connsiteX27" fmla="*/ 1339850 w 2804358"/>
              <a:gd name="connsiteY27" fmla="*/ 2937313 h 3184963"/>
              <a:gd name="connsiteX28" fmla="*/ 1308100 w 2804358"/>
              <a:gd name="connsiteY28" fmla="*/ 2924613 h 3184963"/>
              <a:gd name="connsiteX29" fmla="*/ 1219200 w 2804358"/>
              <a:gd name="connsiteY29" fmla="*/ 2905563 h 3184963"/>
              <a:gd name="connsiteX30" fmla="*/ 1187450 w 2804358"/>
              <a:gd name="connsiteY30" fmla="*/ 2892863 h 3184963"/>
              <a:gd name="connsiteX31" fmla="*/ 1155700 w 2804358"/>
              <a:gd name="connsiteY31" fmla="*/ 2886513 h 3184963"/>
              <a:gd name="connsiteX32" fmla="*/ 1123950 w 2804358"/>
              <a:gd name="connsiteY32" fmla="*/ 2873813 h 3184963"/>
              <a:gd name="connsiteX33" fmla="*/ 1073150 w 2804358"/>
              <a:gd name="connsiteY33" fmla="*/ 2861113 h 3184963"/>
              <a:gd name="connsiteX34" fmla="*/ 1054100 w 2804358"/>
              <a:gd name="connsiteY34" fmla="*/ 2854763 h 3184963"/>
              <a:gd name="connsiteX35" fmla="*/ 1028700 w 2804358"/>
              <a:gd name="connsiteY35" fmla="*/ 2848413 h 3184963"/>
              <a:gd name="connsiteX36" fmla="*/ 1003300 w 2804358"/>
              <a:gd name="connsiteY36" fmla="*/ 2835713 h 3184963"/>
              <a:gd name="connsiteX37" fmla="*/ 984250 w 2804358"/>
              <a:gd name="connsiteY37" fmla="*/ 2829363 h 3184963"/>
              <a:gd name="connsiteX38" fmla="*/ 958850 w 2804358"/>
              <a:gd name="connsiteY38" fmla="*/ 2823013 h 3184963"/>
              <a:gd name="connsiteX39" fmla="*/ 895350 w 2804358"/>
              <a:gd name="connsiteY39" fmla="*/ 2791263 h 3184963"/>
              <a:gd name="connsiteX40" fmla="*/ 800100 w 2804358"/>
              <a:gd name="connsiteY40" fmla="*/ 2746813 h 3184963"/>
              <a:gd name="connsiteX41" fmla="*/ 755650 w 2804358"/>
              <a:gd name="connsiteY41" fmla="*/ 2727763 h 3184963"/>
              <a:gd name="connsiteX42" fmla="*/ 704850 w 2804358"/>
              <a:gd name="connsiteY42" fmla="*/ 2696013 h 3184963"/>
              <a:gd name="connsiteX43" fmla="*/ 654050 w 2804358"/>
              <a:gd name="connsiteY43" fmla="*/ 2670613 h 3184963"/>
              <a:gd name="connsiteX44" fmla="*/ 565150 w 2804358"/>
              <a:gd name="connsiteY44" fmla="*/ 2619813 h 3184963"/>
              <a:gd name="connsiteX45" fmla="*/ 495300 w 2804358"/>
              <a:gd name="connsiteY45" fmla="*/ 2581713 h 3184963"/>
              <a:gd name="connsiteX46" fmla="*/ 469900 w 2804358"/>
              <a:gd name="connsiteY46" fmla="*/ 2556313 h 3184963"/>
              <a:gd name="connsiteX47" fmla="*/ 450850 w 2804358"/>
              <a:gd name="connsiteY47" fmla="*/ 2549963 h 3184963"/>
              <a:gd name="connsiteX48" fmla="*/ 438150 w 2804358"/>
              <a:gd name="connsiteY48" fmla="*/ 2530913 h 3184963"/>
              <a:gd name="connsiteX49" fmla="*/ 412750 w 2804358"/>
              <a:gd name="connsiteY49" fmla="*/ 2518213 h 3184963"/>
              <a:gd name="connsiteX50" fmla="*/ 406400 w 2804358"/>
              <a:gd name="connsiteY50" fmla="*/ 2499163 h 3184963"/>
              <a:gd name="connsiteX51" fmla="*/ 387350 w 2804358"/>
              <a:gd name="connsiteY51" fmla="*/ 2480113 h 3184963"/>
              <a:gd name="connsiteX52" fmla="*/ 368300 w 2804358"/>
              <a:gd name="connsiteY52" fmla="*/ 2454713 h 3184963"/>
              <a:gd name="connsiteX53" fmla="*/ 361950 w 2804358"/>
              <a:gd name="connsiteY53" fmla="*/ 2435663 h 3184963"/>
              <a:gd name="connsiteX54" fmla="*/ 323850 w 2804358"/>
              <a:gd name="connsiteY54" fmla="*/ 2384863 h 3184963"/>
              <a:gd name="connsiteX55" fmla="*/ 311150 w 2804358"/>
              <a:gd name="connsiteY55" fmla="*/ 2353113 h 3184963"/>
              <a:gd name="connsiteX56" fmla="*/ 298450 w 2804358"/>
              <a:gd name="connsiteY56" fmla="*/ 2334063 h 3184963"/>
              <a:gd name="connsiteX57" fmla="*/ 292100 w 2804358"/>
              <a:gd name="connsiteY57" fmla="*/ 2315013 h 3184963"/>
              <a:gd name="connsiteX58" fmla="*/ 279400 w 2804358"/>
              <a:gd name="connsiteY58" fmla="*/ 2283263 h 3184963"/>
              <a:gd name="connsiteX59" fmla="*/ 273050 w 2804358"/>
              <a:gd name="connsiteY59" fmla="*/ 2264213 h 3184963"/>
              <a:gd name="connsiteX60" fmla="*/ 254000 w 2804358"/>
              <a:gd name="connsiteY60" fmla="*/ 2226113 h 3184963"/>
              <a:gd name="connsiteX61" fmla="*/ 234950 w 2804358"/>
              <a:gd name="connsiteY61" fmla="*/ 2194363 h 3184963"/>
              <a:gd name="connsiteX62" fmla="*/ 222250 w 2804358"/>
              <a:gd name="connsiteY62" fmla="*/ 2156263 h 3184963"/>
              <a:gd name="connsiteX63" fmla="*/ 209550 w 2804358"/>
              <a:gd name="connsiteY63" fmla="*/ 2118163 h 3184963"/>
              <a:gd name="connsiteX64" fmla="*/ 203200 w 2804358"/>
              <a:gd name="connsiteY64" fmla="*/ 2099113 h 3184963"/>
              <a:gd name="connsiteX65" fmla="*/ 177800 w 2804358"/>
              <a:gd name="connsiteY65" fmla="*/ 2048313 h 3184963"/>
              <a:gd name="connsiteX66" fmla="*/ 171450 w 2804358"/>
              <a:gd name="connsiteY66" fmla="*/ 2016563 h 3184963"/>
              <a:gd name="connsiteX67" fmla="*/ 158750 w 2804358"/>
              <a:gd name="connsiteY67" fmla="*/ 1991163 h 3184963"/>
              <a:gd name="connsiteX68" fmla="*/ 139700 w 2804358"/>
              <a:gd name="connsiteY68" fmla="*/ 1921313 h 3184963"/>
              <a:gd name="connsiteX69" fmla="*/ 120650 w 2804358"/>
              <a:gd name="connsiteY69" fmla="*/ 1870513 h 3184963"/>
              <a:gd name="connsiteX70" fmla="*/ 101600 w 2804358"/>
              <a:gd name="connsiteY70" fmla="*/ 1826063 h 3184963"/>
              <a:gd name="connsiteX71" fmla="*/ 95250 w 2804358"/>
              <a:gd name="connsiteY71" fmla="*/ 1787963 h 3184963"/>
              <a:gd name="connsiteX72" fmla="*/ 82550 w 2804358"/>
              <a:gd name="connsiteY72" fmla="*/ 1756213 h 3184963"/>
              <a:gd name="connsiteX73" fmla="*/ 63500 w 2804358"/>
              <a:gd name="connsiteY73" fmla="*/ 1699063 h 3184963"/>
              <a:gd name="connsiteX74" fmla="*/ 57150 w 2804358"/>
              <a:gd name="connsiteY74" fmla="*/ 1641913 h 3184963"/>
              <a:gd name="connsiteX75" fmla="*/ 50800 w 2804358"/>
              <a:gd name="connsiteY75" fmla="*/ 1578413 h 3184963"/>
              <a:gd name="connsiteX76" fmla="*/ 44450 w 2804358"/>
              <a:gd name="connsiteY76" fmla="*/ 1546663 h 3184963"/>
              <a:gd name="connsiteX77" fmla="*/ 38100 w 2804358"/>
              <a:gd name="connsiteY77" fmla="*/ 1508563 h 3184963"/>
              <a:gd name="connsiteX78" fmla="*/ 25400 w 2804358"/>
              <a:gd name="connsiteY78" fmla="*/ 1476813 h 3184963"/>
              <a:gd name="connsiteX79" fmla="*/ 12700 w 2804358"/>
              <a:gd name="connsiteY79" fmla="*/ 1400613 h 3184963"/>
              <a:gd name="connsiteX80" fmla="*/ 0 w 2804358"/>
              <a:gd name="connsiteY80" fmla="*/ 1279963 h 3184963"/>
              <a:gd name="connsiteX81" fmla="*/ 6350 w 2804358"/>
              <a:gd name="connsiteY81" fmla="*/ 937063 h 3184963"/>
              <a:gd name="connsiteX82" fmla="*/ 19050 w 2804358"/>
              <a:gd name="connsiteY82" fmla="*/ 886263 h 3184963"/>
              <a:gd name="connsiteX83" fmla="*/ 25400 w 2804358"/>
              <a:gd name="connsiteY83" fmla="*/ 829113 h 3184963"/>
              <a:gd name="connsiteX84" fmla="*/ 38100 w 2804358"/>
              <a:gd name="connsiteY84" fmla="*/ 778313 h 3184963"/>
              <a:gd name="connsiteX85" fmla="*/ 44450 w 2804358"/>
              <a:gd name="connsiteY85" fmla="*/ 752913 h 3184963"/>
              <a:gd name="connsiteX86" fmla="*/ 57150 w 2804358"/>
              <a:gd name="connsiteY86" fmla="*/ 708463 h 3184963"/>
              <a:gd name="connsiteX87" fmla="*/ 63500 w 2804358"/>
              <a:gd name="connsiteY87" fmla="*/ 676713 h 3184963"/>
              <a:gd name="connsiteX88" fmla="*/ 76200 w 2804358"/>
              <a:gd name="connsiteY88" fmla="*/ 587813 h 3184963"/>
              <a:gd name="connsiteX89" fmla="*/ 95250 w 2804358"/>
              <a:gd name="connsiteY89" fmla="*/ 549713 h 3184963"/>
              <a:gd name="connsiteX90" fmla="*/ 101600 w 2804358"/>
              <a:gd name="connsiteY90" fmla="*/ 498913 h 3184963"/>
              <a:gd name="connsiteX91" fmla="*/ 114300 w 2804358"/>
              <a:gd name="connsiteY91" fmla="*/ 473513 h 3184963"/>
              <a:gd name="connsiteX92" fmla="*/ 127000 w 2804358"/>
              <a:gd name="connsiteY92" fmla="*/ 435413 h 3184963"/>
              <a:gd name="connsiteX93" fmla="*/ 139700 w 2804358"/>
              <a:gd name="connsiteY93" fmla="*/ 397313 h 3184963"/>
              <a:gd name="connsiteX94" fmla="*/ 146050 w 2804358"/>
              <a:gd name="connsiteY94" fmla="*/ 378263 h 3184963"/>
              <a:gd name="connsiteX95" fmla="*/ 158750 w 2804358"/>
              <a:gd name="connsiteY95" fmla="*/ 359213 h 3184963"/>
              <a:gd name="connsiteX96" fmla="*/ 171450 w 2804358"/>
              <a:gd name="connsiteY96" fmla="*/ 302063 h 3184963"/>
              <a:gd name="connsiteX97" fmla="*/ 184150 w 2804358"/>
              <a:gd name="connsiteY97" fmla="*/ 276663 h 3184963"/>
              <a:gd name="connsiteX98" fmla="*/ 209550 w 2804358"/>
              <a:gd name="connsiteY98" fmla="*/ 238563 h 3184963"/>
              <a:gd name="connsiteX99" fmla="*/ 234950 w 2804358"/>
              <a:gd name="connsiteY99" fmla="*/ 181413 h 3184963"/>
              <a:gd name="connsiteX100" fmla="*/ 254000 w 2804358"/>
              <a:gd name="connsiteY100" fmla="*/ 162363 h 3184963"/>
              <a:gd name="connsiteX101" fmla="*/ 266700 w 2804358"/>
              <a:gd name="connsiteY101" fmla="*/ 143313 h 3184963"/>
              <a:gd name="connsiteX102" fmla="*/ 292100 w 2804358"/>
              <a:gd name="connsiteY102" fmla="*/ 130613 h 3184963"/>
              <a:gd name="connsiteX103" fmla="*/ 304800 w 2804358"/>
              <a:gd name="connsiteY103" fmla="*/ 105213 h 3184963"/>
              <a:gd name="connsiteX104" fmla="*/ 342900 w 2804358"/>
              <a:gd name="connsiteY104" fmla="*/ 86163 h 3184963"/>
              <a:gd name="connsiteX105" fmla="*/ 374650 w 2804358"/>
              <a:gd name="connsiteY105" fmla="*/ 48063 h 3184963"/>
              <a:gd name="connsiteX106" fmla="*/ 400050 w 2804358"/>
              <a:gd name="connsiteY106" fmla="*/ 16313 h 3184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804358" h="3184963">
                <a:moveTo>
                  <a:pt x="2768600" y="3096063"/>
                </a:moveTo>
                <a:cubicBezTo>
                  <a:pt x="2699125" y="3119221"/>
                  <a:pt x="2804358" y="3082287"/>
                  <a:pt x="2730500" y="3115113"/>
                </a:cubicBezTo>
                <a:cubicBezTo>
                  <a:pt x="2718267" y="3120550"/>
                  <a:pt x="2703539" y="3120387"/>
                  <a:pt x="2692400" y="3127813"/>
                </a:cubicBezTo>
                <a:cubicBezTo>
                  <a:pt x="2655791" y="3152219"/>
                  <a:pt x="2691106" y="3131089"/>
                  <a:pt x="2654300" y="3146863"/>
                </a:cubicBezTo>
                <a:cubicBezTo>
                  <a:pt x="2645599" y="3150592"/>
                  <a:pt x="2637689" y="3156047"/>
                  <a:pt x="2628900" y="3159563"/>
                </a:cubicBezTo>
                <a:cubicBezTo>
                  <a:pt x="2616471" y="3164535"/>
                  <a:pt x="2603500" y="3168030"/>
                  <a:pt x="2590800" y="3172263"/>
                </a:cubicBezTo>
                <a:cubicBezTo>
                  <a:pt x="2584450" y="3174380"/>
                  <a:pt x="2578352" y="3177513"/>
                  <a:pt x="2571750" y="3178613"/>
                </a:cubicBezTo>
                <a:lnTo>
                  <a:pt x="2533650" y="3184963"/>
                </a:lnTo>
                <a:lnTo>
                  <a:pt x="2273300" y="3178613"/>
                </a:lnTo>
                <a:cubicBezTo>
                  <a:pt x="2253402" y="3177784"/>
                  <a:pt x="2218117" y="3170116"/>
                  <a:pt x="2197100" y="3165913"/>
                </a:cubicBezTo>
                <a:cubicBezTo>
                  <a:pt x="2157934" y="3146330"/>
                  <a:pt x="2185672" y="3157414"/>
                  <a:pt x="2139950" y="3146863"/>
                </a:cubicBezTo>
                <a:cubicBezTo>
                  <a:pt x="2057672" y="3127876"/>
                  <a:pt x="2120373" y="3139367"/>
                  <a:pt x="2051050" y="3127813"/>
                </a:cubicBezTo>
                <a:cubicBezTo>
                  <a:pt x="2040467" y="3123580"/>
                  <a:pt x="2029973" y="3119115"/>
                  <a:pt x="2019300" y="3115113"/>
                </a:cubicBezTo>
                <a:cubicBezTo>
                  <a:pt x="2013033" y="3112763"/>
                  <a:pt x="2006402" y="3111400"/>
                  <a:pt x="2000250" y="3108763"/>
                </a:cubicBezTo>
                <a:cubicBezTo>
                  <a:pt x="1991549" y="3105034"/>
                  <a:pt x="1983885" y="3098886"/>
                  <a:pt x="1974850" y="3096063"/>
                </a:cubicBezTo>
                <a:cubicBezTo>
                  <a:pt x="1949860" y="3088254"/>
                  <a:pt x="1922959" y="3086737"/>
                  <a:pt x="1898650" y="3077013"/>
                </a:cubicBezTo>
                <a:cubicBezTo>
                  <a:pt x="1888067" y="3072780"/>
                  <a:pt x="1877316" y="3068942"/>
                  <a:pt x="1866900" y="3064313"/>
                </a:cubicBezTo>
                <a:cubicBezTo>
                  <a:pt x="1837724" y="3051346"/>
                  <a:pt x="1838886" y="3046517"/>
                  <a:pt x="1803400" y="3038913"/>
                </a:cubicBezTo>
                <a:cubicBezTo>
                  <a:pt x="1786714" y="3035337"/>
                  <a:pt x="1769533" y="3034680"/>
                  <a:pt x="1752600" y="3032563"/>
                </a:cubicBezTo>
                <a:cubicBezTo>
                  <a:pt x="1737783" y="3028330"/>
                  <a:pt x="1723218" y="3023092"/>
                  <a:pt x="1708150" y="3019863"/>
                </a:cubicBezTo>
                <a:cubicBezTo>
                  <a:pt x="1693515" y="3016727"/>
                  <a:pt x="1678463" y="3015974"/>
                  <a:pt x="1663700" y="3013513"/>
                </a:cubicBezTo>
                <a:cubicBezTo>
                  <a:pt x="1640357" y="3009622"/>
                  <a:pt x="1617110" y="3005174"/>
                  <a:pt x="1593850" y="3000813"/>
                </a:cubicBezTo>
                <a:cubicBezTo>
                  <a:pt x="1577737" y="2997792"/>
                  <a:pt x="1553007" y="2993005"/>
                  <a:pt x="1536700" y="2988113"/>
                </a:cubicBezTo>
                <a:cubicBezTo>
                  <a:pt x="1523878" y="2984266"/>
                  <a:pt x="1511884" y="2977073"/>
                  <a:pt x="1498600" y="2975413"/>
                </a:cubicBezTo>
                <a:lnTo>
                  <a:pt x="1447800" y="2969063"/>
                </a:lnTo>
                <a:cubicBezTo>
                  <a:pt x="1441450" y="2966946"/>
                  <a:pt x="1434902" y="2965350"/>
                  <a:pt x="1428750" y="2962713"/>
                </a:cubicBezTo>
                <a:cubicBezTo>
                  <a:pt x="1420049" y="2958984"/>
                  <a:pt x="1412452" y="2952614"/>
                  <a:pt x="1403350" y="2950013"/>
                </a:cubicBezTo>
                <a:cubicBezTo>
                  <a:pt x="1382595" y="2944083"/>
                  <a:pt x="1359892" y="2945330"/>
                  <a:pt x="1339850" y="2937313"/>
                </a:cubicBezTo>
                <a:cubicBezTo>
                  <a:pt x="1329267" y="2933080"/>
                  <a:pt x="1319114" y="2927550"/>
                  <a:pt x="1308100" y="2924613"/>
                </a:cubicBezTo>
                <a:cubicBezTo>
                  <a:pt x="1307260" y="2924389"/>
                  <a:pt x="1236748" y="2911412"/>
                  <a:pt x="1219200" y="2905563"/>
                </a:cubicBezTo>
                <a:cubicBezTo>
                  <a:pt x="1208386" y="2901958"/>
                  <a:pt x="1198368" y="2896138"/>
                  <a:pt x="1187450" y="2892863"/>
                </a:cubicBezTo>
                <a:cubicBezTo>
                  <a:pt x="1177112" y="2889762"/>
                  <a:pt x="1166038" y="2889614"/>
                  <a:pt x="1155700" y="2886513"/>
                </a:cubicBezTo>
                <a:cubicBezTo>
                  <a:pt x="1144782" y="2883238"/>
                  <a:pt x="1134845" y="2877165"/>
                  <a:pt x="1123950" y="2873813"/>
                </a:cubicBezTo>
                <a:cubicBezTo>
                  <a:pt x="1107267" y="2868680"/>
                  <a:pt x="1089709" y="2866633"/>
                  <a:pt x="1073150" y="2861113"/>
                </a:cubicBezTo>
                <a:cubicBezTo>
                  <a:pt x="1066800" y="2858996"/>
                  <a:pt x="1060536" y="2856602"/>
                  <a:pt x="1054100" y="2854763"/>
                </a:cubicBezTo>
                <a:cubicBezTo>
                  <a:pt x="1045709" y="2852365"/>
                  <a:pt x="1036872" y="2851477"/>
                  <a:pt x="1028700" y="2848413"/>
                </a:cubicBezTo>
                <a:cubicBezTo>
                  <a:pt x="1019837" y="2845089"/>
                  <a:pt x="1012001" y="2839442"/>
                  <a:pt x="1003300" y="2835713"/>
                </a:cubicBezTo>
                <a:cubicBezTo>
                  <a:pt x="997148" y="2833076"/>
                  <a:pt x="990686" y="2831202"/>
                  <a:pt x="984250" y="2829363"/>
                </a:cubicBezTo>
                <a:cubicBezTo>
                  <a:pt x="975859" y="2826965"/>
                  <a:pt x="966872" y="2826451"/>
                  <a:pt x="958850" y="2823013"/>
                </a:cubicBezTo>
                <a:cubicBezTo>
                  <a:pt x="937098" y="2813691"/>
                  <a:pt x="917102" y="2800585"/>
                  <a:pt x="895350" y="2791263"/>
                </a:cubicBezTo>
                <a:cubicBezTo>
                  <a:pt x="784909" y="2743931"/>
                  <a:pt x="922384" y="2803879"/>
                  <a:pt x="800100" y="2746813"/>
                </a:cubicBezTo>
                <a:cubicBezTo>
                  <a:pt x="785492" y="2739996"/>
                  <a:pt x="769874" y="2735349"/>
                  <a:pt x="755650" y="2727763"/>
                </a:cubicBezTo>
                <a:cubicBezTo>
                  <a:pt x="738031" y="2718366"/>
                  <a:pt x="722254" y="2705803"/>
                  <a:pt x="704850" y="2696013"/>
                </a:cubicBezTo>
                <a:cubicBezTo>
                  <a:pt x="688349" y="2686731"/>
                  <a:pt x="670670" y="2679679"/>
                  <a:pt x="654050" y="2670613"/>
                </a:cubicBezTo>
                <a:cubicBezTo>
                  <a:pt x="624087" y="2654270"/>
                  <a:pt x="593548" y="2638745"/>
                  <a:pt x="565150" y="2619813"/>
                </a:cubicBezTo>
                <a:cubicBezTo>
                  <a:pt x="517566" y="2588090"/>
                  <a:pt x="541222" y="2600082"/>
                  <a:pt x="495300" y="2581713"/>
                </a:cubicBezTo>
                <a:cubicBezTo>
                  <a:pt x="486833" y="2573246"/>
                  <a:pt x="479643" y="2563273"/>
                  <a:pt x="469900" y="2556313"/>
                </a:cubicBezTo>
                <a:cubicBezTo>
                  <a:pt x="464453" y="2552422"/>
                  <a:pt x="456077" y="2554144"/>
                  <a:pt x="450850" y="2549963"/>
                </a:cubicBezTo>
                <a:cubicBezTo>
                  <a:pt x="444891" y="2545195"/>
                  <a:pt x="444013" y="2535799"/>
                  <a:pt x="438150" y="2530913"/>
                </a:cubicBezTo>
                <a:cubicBezTo>
                  <a:pt x="430878" y="2524853"/>
                  <a:pt x="421217" y="2522446"/>
                  <a:pt x="412750" y="2518213"/>
                </a:cubicBezTo>
                <a:cubicBezTo>
                  <a:pt x="410633" y="2511863"/>
                  <a:pt x="410113" y="2504732"/>
                  <a:pt x="406400" y="2499163"/>
                </a:cubicBezTo>
                <a:cubicBezTo>
                  <a:pt x="401419" y="2491691"/>
                  <a:pt x="393194" y="2486931"/>
                  <a:pt x="387350" y="2480113"/>
                </a:cubicBezTo>
                <a:cubicBezTo>
                  <a:pt x="380462" y="2472078"/>
                  <a:pt x="374650" y="2463180"/>
                  <a:pt x="368300" y="2454713"/>
                </a:cubicBezTo>
                <a:cubicBezTo>
                  <a:pt x="366183" y="2448363"/>
                  <a:pt x="364943" y="2441650"/>
                  <a:pt x="361950" y="2435663"/>
                </a:cubicBezTo>
                <a:cubicBezTo>
                  <a:pt x="350825" y="2413413"/>
                  <a:pt x="337869" y="2408228"/>
                  <a:pt x="323850" y="2384863"/>
                </a:cubicBezTo>
                <a:cubicBezTo>
                  <a:pt x="317985" y="2375089"/>
                  <a:pt x="316248" y="2363308"/>
                  <a:pt x="311150" y="2353113"/>
                </a:cubicBezTo>
                <a:cubicBezTo>
                  <a:pt x="307737" y="2346287"/>
                  <a:pt x="301863" y="2340889"/>
                  <a:pt x="298450" y="2334063"/>
                </a:cubicBezTo>
                <a:cubicBezTo>
                  <a:pt x="295457" y="2328076"/>
                  <a:pt x="294450" y="2321280"/>
                  <a:pt x="292100" y="2315013"/>
                </a:cubicBezTo>
                <a:cubicBezTo>
                  <a:pt x="288098" y="2304340"/>
                  <a:pt x="283402" y="2293936"/>
                  <a:pt x="279400" y="2283263"/>
                </a:cubicBezTo>
                <a:cubicBezTo>
                  <a:pt x="277050" y="2276996"/>
                  <a:pt x="275768" y="2270330"/>
                  <a:pt x="273050" y="2264213"/>
                </a:cubicBezTo>
                <a:cubicBezTo>
                  <a:pt x="267283" y="2251238"/>
                  <a:pt x="260799" y="2238578"/>
                  <a:pt x="254000" y="2226113"/>
                </a:cubicBezTo>
                <a:cubicBezTo>
                  <a:pt x="248090" y="2215278"/>
                  <a:pt x="240057" y="2205599"/>
                  <a:pt x="234950" y="2194363"/>
                </a:cubicBezTo>
                <a:cubicBezTo>
                  <a:pt x="229410" y="2182176"/>
                  <a:pt x="226483" y="2168963"/>
                  <a:pt x="222250" y="2156263"/>
                </a:cubicBezTo>
                <a:lnTo>
                  <a:pt x="209550" y="2118163"/>
                </a:lnTo>
                <a:cubicBezTo>
                  <a:pt x="207433" y="2111813"/>
                  <a:pt x="206913" y="2104682"/>
                  <a:pt x="203200" y="2099113"/>
                </a:cubicBezTo>
                <a:cubicBezTo>
                  <a:pt x="188905" y="2077670"/>
                  <a:pt x="186273" y="2076557"/>
                  <a:pt x="177800" y="2048313"/>
                </a:cubicBezTo>
                <a:cubicBezTo>
                  <a:pt x="174699" y="2037975"/>
                  <a:pt x="174863" y="2026802"/>
                  <a:pt x="171450" y="2016563"/>
                </a:cubicBezTo>
                <a:cubicBezTo>
                  <a:pt x="168457" y="2007583"/>
                  <a:pt x="162266" y="1999952"/>
                  <a:pt x="158750" y="1991163"/>
                </a:cubicBezTo>
                <a:cubicBezTo>
                  <a:pt x="140586" y="1945754"/>
                  <a:pt x="150329" y="1963828"/>
                  <a:pt x="139700" y="1921313"/>
                </a:cubicBezTo>
                <a:cubicBezTo>
                  <a:pt x="136708" y="1909344"/>
                  <a:pt x="123980" y="1878005"/>
                  <a:pt x="120650" y="1870513"/>
                </a:cubicBezTo>
                <a:cubicBezTo>
                  <a:pt x="112022" y="1851100"/>
                  <a:pt x="105947" y="1845627"/>
                  <a:pt x="101600" y="1826063"/>
                </a:cubicBezTo>
                <a:cubicBezTo>
                  <a:pt x="98807" y="1813494"/>
                  <a:pt x="98638" y="1800385"/>
                  <a:pt x="95250" y="1787963"/>
                </a:cubicBezTo>
                <a:cubicBezTo>
                  <a:pt x="92251" y="1776966"/>
                  <a:pt x="86155" y="1767027"/>
                  <a:pt x="82550" y="1756213"/>
                </a:cubicBezTo>
                <a:cubicBezTo>
                  <a:pt x="55206" y="1674182"/>
                  <a:pt x="103250" y="1798438"/>
                  <a:pt x="63500" y="1699063"/>
                </a:cubicBezTo>
                <a:cubicBezTo>
                  <a:pt x="61383" y="1680013"/>
                  <a:pt x="59157" y="1660975"/>
                  <a:pt x="57150" y="1641913"/>
                </a:cubicBezTo>
                <a:cubicBezTo>
                  <a:pt x="54923" y="1620758"/>
                  <a:pt x="53611" y="1599499"/>
                  <a:pt x="50800" y="1578413"/>
                </a:cubicBezTo>
                <a:cubicBezTo>
                  <a:pt x="49374" y="1567715"/>
                  <a:pt x="46381" y="1557282"/>
                  <a:pt x="44450" y="1546663"/>
                </a:cubicBezTo>
                <a:cubicBezTo>
                  <a:pt x="42147" y="1533995"/>
                  <a:pt x="41488" y="1520985"/>
                  <a:pt x="38100" y="1508563"/>
                </a:cubicBezTo>
                <a:cubicBezTo>
                  <a:pt x="35101" y="1497566"/>
                  <a:pt x="29633" y="1487396"/>
                  <a:pt x="25400" y="1476813"/>
                </a:cubicBezTo>
                <a:cubicBezTo>
                  <a:pt x="21167" y="1451413"/>
                  <a:pt x="15894" y="1426165"/>
                  <a:pt x="12700" y="1400613"/>
                </a:cubicBezTo>
                <a:cubicBezTo>
                  <a:pt x="3450" y="1326614"/>
                  <a:pt x="7895" y="1366808"/>
                  <a:pt x="0" y="1279963"/>
                </a:cubicBezTo>
                <a:cubicBezTo>
                  <a:pt x="2117" y="1165663"/>
                  <a:pt x="825" y="1051249"/>
                  <a:pt x="6350" y="937063"/>
                </a:cubicBezTo>
                <a:cubicBezTo>
                  <a:pt x="7194" y="919629"/>
                  <a:pt x="19050" y="886263"/>
                  <a:pt x="19050" y="886263"/>
                </a:cubicBezTo>
                <a:cubicBezTo>
                  <a:pt x="21167" y="867213"/>
                  <a:pt x="22069" y="847989"/>
                  <a:pt x="25400" y="829113"/>
                </a:cubicBezTo>
                <a:cubicBezTo>
                  <a:pt x="28433" y="811924"/>
                  <a:pt x="33867" y="795246"/>
                  <a:pt x="38100" y="778313"/>
                </a:cubicBezTo>
                <a:cubicBezTo>
                  <a:pt x="40217" y="769846"/>
                  <a:pt x="41690" y="761192"/>
                  <a:pt x="44450" y="752913"/>
                </a:cubicBezTo>
                <a:cubicBezTo>
                  <a:pt x="51521" y="731699"/>
                  <a:pt x="51834" y="732383"/>
                  <a:pt x="57150" y="708463"/>
                </a:cubicBezTo>
                <a:cubicBezTo>
                  <a:pt x="59491" y="697927"/>
                  <a:pt x="62074" y="687411"/>
                  <a:pt x="63500" y="676713"/>
                </a:cubicBezTo>
                <a:cubicBezTo>
                  <a:pt x="65162" y="664250"/>
                  <a:pt x="66970" y="609349"/>
                  <a:pt x="76200" y="587813"/>
                </a:cubicBezTo>
                <a:cubicBezTo>
                  <a:pt x="113129" y="501645"/>
                  <a:pt x="68493" y="629985"/>
                  <a:pt x="95250" y="549713"/>
                </a:cubicBezTo>
                <a:cubicBezTo>
                  <a:pt x="97367" y="532780"/>
                  <a:pt x="97461" y="515469"/>
                  <a:pt x="101600" y="498913"/>
                </a:cubicBezTo>
                <a:cubicBezTo>
                  <a:pt x="103896" y="489730"/>
                  <a:pt x="110784" y="482302"/>
                  <a:pt x="114300" y="473513"/>
                </a:cubicBezTo>
                <a:cubicBezTo>
                  <a:pt x="119272" y="461084"/>
                  <a:pt x="122767" y="448113"/>
                  <a:pt x="127000" y="435413"/>
                </a:cubicBezTo>
                <a:lnTo>
                  <a:pt x="139700" y="397313"/>
                </a:lnTo>
                <a:cubicBezTo>
                  <a:pt x="141817" y="390963"/>
                  <a:pt x="142337" y="383832"/>
                  <a:pt x="146050" y="378263"/>
                </a:cubicBezTo>
                <a:cubicBezTo>
                  <a:pt x="150283" y="371913"/>
                  <a:pt x="155337" y="366039"/>
                  <a:pt x="158750" y="359213"/>
                </a:cubicBezTo>
                <a:cubicBezTo>
                  <a:pt x="169102" y="338509"/>
                  <a:pt x="164133" y="326452"/>
                  <a:pt x="171450" y="302063"/>
                </a:cubicBezTo>
                <a:cubicBezTo>
                  <a:pt x="174170" y="292996"/>
                  <a:pt x="179280" y="284780"/>
                  <a:pt x="184150" y="276663"/>
                </a:cubicBezTo>
                <a:cubicBezTo>
                  <a:pt x="192003" y="263575"/>
                  <a:pt x="204723" y="253043"/>
                  <a:pt x="209550" y="238563"/>
                </a:cubicBezTo>
                <a:cubicBezTo>
                  <a:pt x="218780" y="210874"/>
                  <a:pt x="218179" y="201539"/>
                  <a:pt x="234950" y="181413"/>
                </a:cubicBezTo>
                <a:cubicBezTo>
                  <a:pt x="240699" y="174514"/>
                  <a:pt x="248251" y="169262"/>
                  <a:pt x="254000" y="162363"/>
                </a:cubicBezTo>
                <a:cubicBezTo>
                  <a:pt x="258886" y="156500"/>
                  <a:pt x="260837" y="148199"/>
                  <a:pt x="266700" y="143313"/>
                </a:cubicBezTo>
                <a:cubicBezTo>
                  <a:pt x="273972" y="137253"/>
                  <a:pt x="283633" y="134846"/>
                  <a:pt x="292100" y="130613"/>
                </a:cubicBezTo>
                <a:cubicBezTo>
                  <a:pt x="296333" y="122146"/>
                  <a:pt x="298740" y="112485"/>
                  <a:pt x="304800" y="105213"/>
                </a:cubicBezTo>
                <a:cubicBezTo>
                  <a:pt x="314269" y="93850"/>
                  <a:pt x="329898" y="90497"/>
                  <a:pt x="342900" y="86163"/>
                </a:cubicBezTo>
                <a:cubicBezTo>
                  <a:pt x="374432" y="38865"/>
                  <a:pt x="333906" y="96956"/>
                  <a:pt x="374650" y="48063"/>
                </a:cubicBezTo>
                <a:cubicBezTo>
                  <a:pt x="414702" y="0"/>
                  <a:pt x="363102" y="53261"/>
                  <a:pt x="400050" y="16313"/>
                </a:cubicBezTo>
              </a:path>
            </a:pathLst>
          </a:custGeom>
          <a:ln>
            <a:solidFill>
              <a:srgbClr val="00B05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5572132" y="0"/>
            <a:ext cx="36407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1.</a:t>
            </a:r>
            <a:r>
              <a:rPr lang="ko-KR" altLang="en-US" sz="1200" dirty="0" err="1" smtClean="0"/>
              <a:t>입력받은</a:t>
            </a:r>
            <a:r>
              <a:rPr lang="ko-KR" altLang="en-US" sz="1200" dirty="0" smtClean="0"/>
              <a:t> 번호의 글을 조회</a:t>
            </a:r>
            <a:endParaRPr lang="en-US" altLang="ko-KR" sz="1200" dirty="0" smtClean="0"/>
          </a:p>
          <a:p>
            <a:r>
              <a:rPr lang="en-US" altLang="ko-KR" sz="1200" dirty="0" smtClean="0"/>
              <a:t>2.</a:t>
            </a:r>
            <a:r>
              <a:rPr lang="ko-KR" altLang="en-US" sz="1200" dirty="0" err="1" smtClean="0"/>
              <a:t>해당글의</a:t>
            </a:r>
            <a:r>
              <a:rPr lang="ko-KR" altLang="en-US" sz="1200" dirty="0" smtClean="0"/>
              <a:t> 조회수를 </a:t>
            </a:r>
            <a:r>
              <a:rPr lang="ko-KR" altLang="en-US" sz="1200" dirty="0" err="1" smtClean="0"/>
              <a:t>업뎃</a:t>
            </a:r>
            <a:endParaRPr lang="en-US" altLang="ko-KR" sz="1200" dirty="0" smtClean="0"/>
          </a:p>
          <a:p>
            <a:r>
              <a:rPr lang="ko-KR" altLang="en-US" sz="1200" dirty="0" smtClean="0"/>
              <a:t> </a:t>
            </a:r>
            <a:r>
              <a:rPr lang="en-US" altLang="ko-KR" sz="1200" dirty="0" smtClean="0"/>
              <a:t>( </a:t>
            </a:r>
            <a:r>
              <a:rPr lang="en-US" altLang="ko-KR" sz="1200" dirty="0" smtClean="0"/>
              <a:t>session =&gt; </a:t>
            </a:r>
            <a:r>
              <a:rPr lang="ko-KR" altLang="en-US" sz="1200" dirty="0" smtClean="0"/>
              <a:t>식별가능</a:t>
            </a:r>
            <a:r>
              <a:rPr lang="en-US" altLang="ko-KR" sz="1200" dirty="0" smtClean="0"/>
              <a:t> ,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</a:t>
            </a:r>
            <a:r>
              <a:rPr lang="en-US" altLang="ko-KR" sz="1200" dirty="0" err="1" smtClean="0"/>
              <a:t>cnt</a:t>
            </a:r>
            <a:r>
              <a:rPr lang="ko-KR" altLang="en-US" sz="1200" dirty="0" smtClean="0"/>
              <a:t>가 한번만 업데이트 될 수있게 막을 수 있다</a:t>
            </a:r>
            <a:r>
              <a:rPr lang="en-US" altLang="ko-KR" sz="1200" dirty="0" smtClean="0"/>
              <a:t>.)</a:t>
            </a:r>
            <a:endParaRPr lang="ko-KR" altLang="en-US" sz="1200" dirty="0"/>
          </a:p>
        </p:txBody>
      </p:sp>
      <p:cxnSp>
        <p:nvCxnSpPr>
          <p:cNvPr id="58" name="직선 화살표 연결선 57"/>
          <p:cNvCxnSpPr/>
          <p:nvPr/>
        </p:nvCxnSpPr>
        <p:spPr>
          <a:xfrm rot="5400000" flipH="1" flipV="1">
            <a:off x="6107916" y="892950"/>
            <a:ext cx="357190" cy="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4714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*static query : </a:t>
            </a:r>
            <a:r>
              <a:rPr lang="ko-KR" altLang="en-US" sz="1600" dirty="0" smtClean="0"/>
              <a:t>항상 동일한 </a:t>
            </a:r>
            <a:r>
              <a:rPr lang="ko-KR" altLang="en-US" sz="1600" dirty="0" err="1" smtClean="0"/>
              <a:t>쿼리문이</a:t>
            </a:r>
            <a:r>
              <a:rPr lang="ko-KR" altLang="en-US" sz="1600" dirty="0" smtClean="0"/>
              <a:t> 실행되는 것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214282" y="2928934"/>
            <a:ext cx="5480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*dynamic query : </a:t>
            </a:r>
            <a:r>
              <a:rPr lang="ko-KR" altLang="en-US" sz="1600" dirty="0" smtClean="0"/>
              <a:t>상황에 따라 다른 </a:t>
            </a:r>
            <a:r>
              <a:rPr lang="ko-KR" altLang="en-US" sz="1600" dirty="0" err="1" smtClean="0"/>
              <a:t>쿼리문을</a:t>
            </a:r>
            <a:r>
              <a:rPr lang="ko-KR" altLang="en-US" sz="1600" dirty="0" smtClean="0"/>
              <a:t> 실행되는 것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571480"/>
            <a:ext cx="5072098" cy="2181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폭발 2 4"/>
          <p:cNvSpPr/>
          <p:nvPr/>
        </p:nvSpPr>
        <p:spPr>
          <a:xfrm>
            <a:off x="1357290" y="2571744"/>
            <a:ext cx="142876" cy="71438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1498600" y="501650"/>
            <a:ext cx="4670799" cy="2317750"/>
          </a:xfrm>
          <a:custGeom>
            <a:avLst/>
            <a:gdLst>
              <a:gd name="connsiteX0" fmla="*/ 0 w 4670799"/>
              <a:gd name="connsiteY0" fmla="*/ 2146300 h 2317750"/>
              <a:gd name="connsiteX1" fmla="*/ 69850 w 4670799"/>
              <a:gd name="connsiteY1" fmla="*/ 2165350 h 2317750"/>
              <a:gd name="connsiteX2" fmla="*/ 120650 w 4670799"/>
              <a:gd name="connsiteY2" fmla="*/ 2190750 h 2317750"/>
              <a:gd name="connsiteX3" fmla="*/ 171450 w 4670799"/>
              <a:gd name="connsiteY3" fmla="*/ 2209800 h 2317750"/>
              <a:gd name="connsiteX4" fmla="*/ 203200 w 4670799"/>
              <a:gd name="connsiteY4" fmla="*/ 2216150 h 2317750"/>
              <a:gd name="connsiteX5" fmla="*/ 247650 w 4670799"/>
              <a:gd name="connsiteY5" fmla="*/ 2235200 h 2317750"/>
              <a:gd name="connsiteX6" fmla="*/ 304800 w 4670799"/>
              <a:gd name="connsiteY6" fmla="*/ 2247900 h 2317750"/>
              <a:gd name="connsiteX7" fmla="*/ 355600 w 4670799"/>
              <a:gd name="connsiteY7" fmla="*/ 2260600 h 2317750"/>
              <a:gd name="connsiteX8" fmla="*/ 431800 w 4670799"/>
              <a:gd name="connsiteY8" fmla="*/ 2273300 h 2317750"/>
              <a:gd name="connsiteX9" fmla="*/ 488950 w 4670799"/>
              <a:gd name="connsiteY9" fmla="*/ 2279650 h 2317750"/>
              <a:gd name="connsiteX10" fmla="*/ 704850 w 4670799"/>
              <a:gd name="connsiteY10" fmla="*/ 2286000 h 2317750"/>
              <a:gd name="connsiteX11" fmla="*/ 812800 w 4670799"/>
              <a:gd name="connsiteY11" fmla="*/ 2298700 h 2317750"/>
              <a:gd name="connsiteX12" fmla="*/ 1136650 w 4670799"/>
              <a:gd name="connsiteY12" fmla="*/ 2305050 h 2317750"/>
              <a:gd name="connsiteX13" fmla="*/ 1612900 w 4670799"/>
              <a:gd name="connsiteY13" fmla="*/ 2317750 h 2317750"/>
              <a:gd name="connsiteX14" fmla="*/ 2971800 w 4670799"/>
              <a:gd name="connsiteY14" fmla="*/ 2311400 h 2317750"/>
              <a:gd name="connsiteX15" fmla="*/ 3175000 w 4670799"/>
              <a:gd name="connsiteY15" fmla="*/ 2305050 h 2317750"/>
              <a:gd name="connsiteX16" fmla="*/ 3663950 w 4670799"/>
              <a:gd name="connsiteY16" fmla="*/ 2298700 h 2317750"/>
              <a:gd name="connsiteX17" fmla="*/ 3714750 w 4670799"/>
              <a:gd name="connsiteY17" fmla="*/ 2286000 h 2317750"/>
              <a:gd name="connsiteX18" fmla="*/ 3740150 w 4670799"/>
              <a:gd name="connsiteY18" fmla="*/ 2279650 h 2317750"/>
              <a:gd name="connsiteX19" fmla="*/ 3797300 w 4670799"/>
              <a:gd name="connsiteY19" fmla="*/ 2260600 h 2317750"/>
              <a:gd name="connsiteX20" fmla="*/ 3841750 w 4670799"/>
              <a:gd name="connsiteY20" fmla="*/ 2247900 h 2317750"/>
              <a:gd name="connsiteX21" fmla="*/ 3981450 w 4670799"/>
              <a:gd name="connsiteY21" fmla="*/ 2216150 h 2317750"/>
              <a:gd name="connsiteX22" fmla="*/ 4044950 w 4670799"/>
              <a:gd name="connsiteY22" fmla="*/ 2197100 h 2317750"/>
              <a:gd name="connsiteX23" fmla="*/ 4070350 w 4670799"/>
              <a:gd name="connsiteY23" fmla="*/ 2184400 h 2317750"/>
              <a:gd name="connsiteX24" fmla="*/ 4102100 w 4670799"/>
              <a:gd name="connsiteY24" fmla="*/ 2171700 h 2317750"/>
              <a:gd name="connsiteX25" fmla="*/ 4197350 w 4670799"/>
              <a:gd name="connsiteY25" fmla="*/ 2127250 h 2317750"/>
              <a:gd name="connsiteX26" fmla="*/ 4222750 w 4670799"/>
              <a:gd name="connsiteY26" fmla="*/ 2120900 h 2317750"/>
              <a:gd name="connsiteX27" fmla="*/ 4241800 w 4670799"/>
              <a:gd name="connsiteY27" fmla="*/ 2108200 h 2317750"/>
              <a:gd name="connsiteX28" fmla="*/ 4267200 w 4670799"/>
              <a:gd name="connsiteY28" fmla="*/ 2095500 h 2317750"/>
              <a:gd name="connsiteX29" fmla="*/ 4311650 w 4670799"/>
              <a:gd name="connsiteY29" fmla="*/ 2051050 h 2317750"/>
              <a:gd name="connsiteX30" fmla="*/ 4362450 w 4670799"/>
              <a:gd name="connsiteY30" fmla="*/ 2012950 h 2317750"/>
              <a:gd name="connsiteX31" fmla="*/ 4381500 w 4670799"/>
              <a:gd name="connsiteY31" fmla="*/ 1993900 h 2317750"/>
              <a:gd name="connsiteX32" fmla="*/ 4394200 w 4670799"/>
              <a:gd name="connsiteY32" fmla="*/ 1974850 h 2317750"/>
              <a:gd name="connsiteX33" fmla="*/ 4413250 w 4670799"/>
              <a:gd name="connsiteY33" fmla="*/ 1962150 h 2317750"/>
              <a:gd name="connsiteX34" fmla="*/ 4425950 w 4670799"/>
              <a:gd name="connsiteY34" fmla="*/ 1936750 h 2317750"/>
              <a:gd name="connsiteX35" fmla="*/ 4432300 w 4670799"/>
              <a:gd name="connsiteY35" fmla="*/ 1917700 h 2317750"/>
              <a:gd name="connsiteX36" fmla="*/ 4451350 w 4670799"/>
              <a:gd name="connsiteY36" fmla="*/ 1892300 h 2317750"/>
              <a:gd name="connsiteX37" fmla="*/ 4464050 w 4670799"/>
              <a:gd name="connsiteY37" fmla="*/ 1866900 h 2317750"/>
              <a:gd name="connsiteX38" fmla="*/ 4483100 w 4670799"/>
              <a:gd name="connsiteY38" fmla="*/ 1847850 h 2317750"/>
              <a:gd name="connsiteX39" fmla="*/ 4508500 w 4670799"/>
              <a:gd name="connsiteY39" fmla="*/ 1797050 h 2317750"/>
              <a:gd name="connsiteX40" fmla="*/ 4533900 w 4670799"/>
              <a:gd name="connsiteY40" fmla="*/ 1752600 h 2317750"/>
              <a:gd name="connsiteX41" fmla="*/ 4540250 w 4670799"/>
              <a:gd name="connsiteY41" fmla="*/ 1733550 h 2317750"/>
              <a:gd name="connsiteX42" fmla="*/ 4552950 w 4670799"/>
              <a:gd name="connsiteY42" fmla="*/ 1708150 h 2317750"/>
              <a:gd name="connsiteX43" fmla="*/ 4565650 w 4670799"/>
              <a:gd name="connsiteY43" fmla="*/ 1657350 h 2317750"/>
              <a:gd name="connsiteX44" fmla="*/ 4584700 w 4670799"/>
              <a:gd name="connsiteY44" fmla="*/ 1600200 h 2317750"/>
              <a:gd name="connsiteX45" fmla="*/ 4603750 w 4670799"/>
              <a:gd name="connsiteY45" fmla="*/ 1562100 h 2317750"/>
              <a:gd name="connsiteX46" fmla="*/ 4622800 w 4670799"/>
              <a:gd name="connsiteY46" fmla="*/ 1479550 h 2317750"/>
              <a:gd name="connsiteX47" fmla="*/ 4641850 w 4670799"/>
              <a:gd name="connsiteY47" fmla="*/ 1365250 h 2317750"/>
              <a:gd name="connsiteX48" fmla="*/ 4648200 w 4670799"/>
              <a:gd name="connsiteY48" fmla="*/ 1301750 h 2317750"/>
              <a:gd name="connsiteX49" fmla="*/ 4654550 w 4670799"/>
              <a:gd name="connsiteY49" fmla="*/ 1270000 h 2317750"/>
              <a:gd name="connsiteX50" fmla="*/ 4667250 w 4670799"/>
              <a:gd name="connsiteY50" fmla="*/ 1200150 h 2317750"/>
              <a:gd name="connsiteX51" fmla="*/ 4660900 w 4670799"/>
              <a:gd name="connsiteY51" fmla="*/ 774700 h 2317750"/>
              <a:gd name="connsiteX52" fmla="*/ 4654550 w 4670799"/>
              <a:gd name="connsiteY52" fmla="*/ 717550 h 2317750"/>
              <a:gd name="connsiteX53" fmla="*/ 4648200 w 4670799"/>
              <a:gd name="connsiteY53" fmla="*/ 539750 h 2317750"/>
              <a:gd name="connsiteX54" fmla="*/ 4641850 w 4670799"/>
              <a:gd name="connsiteY54" fmla="*/ 482600 h 2317750"/>
              <a:gd name="connsiteX55" fmla="*/ 4629150 w 4670799"/>
              <a:gd name="connsiteY55" fmla="*/ 438150 h 2317750"/>
              <a:gd name="connsiteX56" fmla="*/ 4616450 w 4670799"/>
              <a:gd name="connsiteY56" fmla="*/ 374650 h 2317750"/>
              <a:gd name="connsiteX57" fmla="*/ 4610100 w 4670799"/>
              <a:gd name="connsiteY57" fmla="*/ 355600 h 2317750"/>
              <a:gd name="connsiteX58" fmla="*/ 4584700 w 4670799"/>
              <a:gd name="connsiteY58" fmla="*/ 304800 h 2317750"/>
              <a:gd name="connsiteX59" fmla="*/ 4565650 w 4670799"/>
              <a:gd name="connsiteY59" fmla="*/ 254000 h 2317750"/>
              <a:gd name="connsiteX60" fmla="*/ 4559300 w 4670799"/>
              <a:gd name="connsiteY60" fmla="*/ 234950 h 2317750"/>
              <a:gd name="connsiteX61" fmla="*/ 4533900 w 4670799"/>
              <a:gd name="connsiteY61" fmla="*/ 190500 h 2317750"/>
              <a:gd name="connsiteX62" fmla="*/ 4483100 w 4670799"/>
              <a:gd name="connsiteY62" fmla="*/ 127000 h 2317750"/>
              <a:gd name="connsiteX63" fmla="*/ 4438650 w 4670799"/>
              <a:gd name="connsiteY63" fmla="*/ 82550 h 2317750"/>
              <a:gd name="connsiteX64" fmla="*/ 4406900 w 4670799"/>
              <a:gd name="connsiteY64" fmla="*/ 69850 h 2317750"/>
              <a:gd name="connsiteX65" fmla="*/ 4387850 w 4670799"/>
              <a:gd name="connsiteY65" fmla="*/ 57150 h 2317750"/>
              <a:gd name="connsiteX66" fmla="*/ 4368800 w 4670799"/>
              <a:gd name="connsiteY66" fmla="*/ 50800 h 2317750"/>
              <a:gd name="connsiteX67" fmla="*/ 4343400 w 4670799"/>
              <a:gd name="connsiteY67" fmla="*/ 38100 h 2317750"/>
              <a:gd name="connsiteX68" fmla="*/ 4305300 w 4670799"/>
              <a:gd name="connsiteY68" fmla="*/ 31750 h 2317750"/>
              <a:gd name="connsiteX69" fmla="*/ 4222750 w 4670799"/>
              <a:gd name="connsiteY69" fmla="*/ 19050 h 2317750"/>
              <a:gd name="connsiteX70" fmla="*/ 4197350 w 4670799"/>
              <a:gd name="connsiteY70" fmla="*/ 12700 h 2317750"/>
              <a:gd name="connsiteX71" fmla="*/ 4178300 w 4670799"/>
              <a:gd name="connsiteY71" fmla="*/ 6350 h 2317750"/>
              <a:gd name="connsiteX72" fmla="*/ 4051300 w 4670799"/>
              <a:gd name="connsiteY72" fmla="*/ 0 h 2317750"/>
              <a:gd name="connsiteX73" fmla="*/ 3702050 w 4670799"/>
              <a:gd name="connsiteY73" fmla="*/ 6350 h 2317750"/>
              <a:gd name="connsiteX74" fmla="*/ 3651250 w 4670799"/>
              <a:gd name="connsiteY74" fmla="*/ 25400 h 2317750"/>
              <a:gd name="connsiteX75" fmla="*/ 3606800 w 4670799"/>
              <a:gd name="connsiteY75" fmla="*/ 38100 h 2317750"/>
              <a:gd name="connsiteX76" fmla="*/ 3556000 w 4670799"/>
              <a:gd name="connsiteY76" fmla="*/ 63500 h 2317750"/>
              <a:gd name="connsiteX77" fmla="*/ 3511550 w 4670799"/>
              <a:gd name="connsiteY77" fmla="*/ 82550 h 2317750"/>
              <a:gd name="connsiteX78" fmla="*/ 3486150 w 4670799"/>
              <a:gd name="connsiteY78" fmla="*/ 101600 h 2317750"/>
              <a:gd name="connsiteX79" fmla="*/ 3454400 w 4670799"/>
              <a:gd name="connsiteY79" fmla="*/ 120650 h 2317750"/>
              <a:gd name="connsiteX80" fmla="*/ 3429000 w 4670799"/>
              <a:gd name="connsiteY80" fmla="*/ 139700 h 2317750"/>
              <a:gd name="connsiteX81" fmla="*/ 3403600 w 4670799"/>
              <a:gd name="connsiteY81" fmla="*/ 146050 h 2317750"/>
              <a:gd name="connsiteX82" fmla="*/ 3346450 w 4670799"/>
              <a:gd name="connsiteY82" fmla="*/ 184150 h 2317750"/>
              <a:gd name="connsiteX83" fmla="*/ 3327400 w 4670799"/>
              <a:gd name="connsiteY83" fmla="*/ 196850 h 2317750"/>
              <a:gd name="connsiteX84" fmla="*/ 3308350 w 4670799"/>
              <a:gd name="connsiteY84" fmla="*/ 215900 h 2317750"/>
              <a:gd name="connsiteX85" fmla="*/ 3270250 w 4670799"/>
              <a:gd name="connsiteY85" fmla="*/ 241300 h 2317750"/>
              <a:gd name="connsiteX86" fmla="*/ 3251200 w 4670799"/>
              <a:gd name="connsiteY86" fmla="*/ 254000 h 2317750"/>
              <a:gd name="connsiteX87" fmla="*/ 3219450 w 4670799"/>
              <a:gd name="connsiteY87" fmla="*/ 279400 h 231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670799" h="2317750">
                <a:moveTo>
                  <a:pt x="0" y="2146300"/>
                </a:moveTo>
                <a:cubicBezTo>
                  <a:pt x="2268" y="2146867"/>
                  <a:pt x="55343" y="2158756"/>
                  <a:pt x="69850" y="2165350"/>
                </a:cubicBezTo>
                <a:cubicBezTo>
                  <a:pt x="87085" y="2173184"/>
                  <a:pt x="102283" y="2186158"/>
                  <a:pt x="120650" y="2190750"/>
                </a:cubicBezTo>
                <a:cubicBezTo>
                  <a:pt x="216462" y="2214703"/>
                  <a:pt x="71832" y="2176594"/>
                  <a:pt x="171450" y="2209800"/>
                </a:cubicBezTo>
                <a:cubicBezTo>
                  <a:pt x="181689" y="2213213"/>
                  <a:pt x="192729" y="2213532"/>
                  <a:pt x="203200" y="2216150"/>
                </a:cubicBezTo>
                <a:cubicBezTo>
                  <a:pt x="234737" y="2224034"/>
                  <a:pt x="211304" y="2221570"/>
                  <a:pt x="247650" y="2235200"/>
                </a:cubicBezTo>
                <a:cubicBezTo>
                  <a:pt x="259386" y="2239601"/>
                  <a:pt x="294339" y="2245486"/>
                  <a:pt x="304800" y="2247900"/>
                </a:cubicBezTo>
                <a:cubicBezTo>
                  <a:pt x="321807" y="2251825"/>
                  <a:pt x="338484" y="2257177"/>
                  <a:pt x="355600" y="2260600"/>
                </a:cubicBezTo>
                <a:cubicBezTo>
                  <a:pt x="392560" y="2267992"/>
                  <a:pt x="389793" y="2268049"/>
                  <a:pt x="431800" y="2273300"/>
                </a:cubicBezTo>
                <a:cubicBezTo>
                  <a:pt x="450819" y="2275677"/>
                  <a:pt x="469803" y="2278759"/>
                  <a:pt x="488950" y="2279650"/>
                </a:cubicBezTo>
                <a:cubicBezTo>
                  <a:pt x="560870" y="2282995"/>
                  <a:pt x="632883" y="2283883"/>
                  <a:pt x="704850" y="2286000"/>
                </a:cubicBezTo>
                <a:cubicBezTo>
                  <a:pt x="736677" y="2290547"/>
                  <a:pt x="782277" y="2297699"/>
                  <a:pt x="812800" y="2298700"/>
                </a:cubicBezTo>
                <a:cubicBezTo>
                  <a:pt x="920713" y="2302238"/>
                  <a:pt x="1028710" y="2302480"/>
                  <a:pt x="1136650" y="2305050"/>
                </a:cubicBezTo>
                <a:lnTo>
                  <a:pt x="1612900" y="2317750"/>
                </a:lnTo>
                <a:lnTo>
                  <a:pt x="2971800" y="2311400"/>
                </a:lnTo>
                <a:cubicBezTo>
                  <a:pt x="3039564" y="2310849"/>
                  <a:pt x="3107245" y="2306293"/>
                  <a:pt x="3175000" y="2305050"/>
                </a:cubicBezTo>
                <a:lnTo>
                  <a:pt x="3663950" y="2298700"/>
                </a:lnTo>
                <a:cubicBezTo>
                  <a:pt x="3728501" y="2285790"/>
                  <a:pt x="3669189" y="2299017"/>
                  <a:pt x="3714750" y="2286000"/>
                </a:cubicBezTo>
                <a:cubicBezTo>
                  <a:pt x="3723141" y="2283602"/>
                  <a:pt x="3731809" y="2282217"/>
                  <a:pt x="3740150" y="2279650"/>
                </a:cubicBezTo>
                <a:cubicBezTo>
                  <a:pt x="3759342" y="2273745"/>
                  <a:pt x="3778250" y="2266950"/>
                  <a:pt x="3797300" y="2260600"/>
                </a:cubicBezTo>
                <a:cubicBezTo>
                  <a:pt x="3816767" y="2254111"/>
                  <a:pt x="3820108" y="2252456"/>
                  <a:pt x="3841750" y="2247900"/>
                </a:cubicBezTo>
                <a:cubicBezTo>
                  <a:pt x="4003946" y="2213753"/>
                  <a:pt x="3881198" y="2243492"/>
                  <a:pt x="3981450" y="2216150"/>
                </a:cubicBezTo>
                <a:cubicBezTo>
                  <a:pt x="4001503" y="2210681"/>
                  <a:pt x="4026694" y="2206228"/>
                  <a:pt x="4044950" y="2197100"/>
                </a:cubicBezTo>
                <a:cubicBezTo>
                  <a:pt x="4053417" y="2192867"/>
                  <a:pt x="4061700" y="2188245"/>
                  <a:pt x="4070350" y="2184400"/>
                </a:cubicBezTo>
                <a:cubicBezTo>
                  <a:pt x="4080766" y="2179771"/>
                  <a:pt x="4091771" y="2176520"/>
                  <a:pt x="4102100" y="2171700"/>
                </a:cubicBezTo>
                <a:cubicBezTo>
                  <a:pt x="4138451" y="2154736"/>
                  <a:pt x="4161615" y="2139162"/>
                  <a:pt x="4197350" y="2127250"/>
                </a:cubicBezTo>
                <a:cubicBezTo>
                  <a:pt x="4205629" y="2124490"/>
                  <a:pt x="4214283" y="2123017"/>
                  <a:pt x="4222750" y="2120900"/>
                </a:cubicBezTo>
                <a:cubicBezTo>
                  <a:pt x="4229100" y="2116667"/>
                  <a:pt x="4235174" y="2111986"/>
                  <a:pt x="4241800" y="2108200"/>
                </a:cubicBezTo>
                <a:cubicBezTo>
                  <a:pt x="4250019" y="2103504"/>
                  <a:pt x="4259874" y="2101494"/>
                  <a:pt x="4267200" y="2095500"/>
                </a:cubicBezTo>
                <a:cubicBezTo>
                  <a:pt x="4283417" y="2082231"/>
                  <a:pt x="4294887" y="2063622"/>
                  <a:pt x="4311650" y="2051050"/>
                </a:cubicBezTo>
                <a:cubicBezTo>
                  <a:pt x="4328583" y="2038350"/>
                  <a:pt x="4347483" y="2027917"/>
                  <a:pt x="4362450" y="2012950"/>
                </a:cubicBezTo>
                <a:cubicBezTo>
                  <a:pt x="4368800" y="2006600"/>
                  <a:pt x="4375751" y="2000799"/>
                  <a:pt x="4381500" y="1993900"/>
                </a:cubicBezTo>
                <a:cubicBezTo>
                  <a:pt x="4386386" y="1988037"/>
                  <a:pt x="4388804" y="1980246"/>
                  <a:pt x="4394200" y="1974850"/>
                </a:cubicBezTo>
                <a:cubicBezTo>
                  <a:pt x="4399596" y="1969454"/>
                  <a:pt x="4406900" y="1966383"/>
                  <a:pt x="4413250" y="1962150"/>
                </a:cubicBezTo>
                <a:cubicBezTo>
                  <a:pt x="4417483" y="1953683"/>
                  <a:pt x="4422221" y="1945451"/>
                  <a:pt x="4425950" y="1936750"/>
                </a:cubicBezTo>
                <a:cubicBezTo>
                  <a:pt x="4428587" y="1930598"/>
                  <a:pt x="4428979" y="1923512"/>
                  <a:pt x="4432300" y="1917700"/>
                </a:cubicBezTo>
                <a:cubicBezTo>
                  <a:pt x="4437551" y="1908511"/>
                  <a:pt x="4445741" y="1901275"/>
                  <a:pt x="4451350" y="1892300"/>
                </a:cubicBezTo>
                <a:cubicBezTo>
                  <a:pt x="4456367" y="1884273"/>
                  <a:pt x="4458548" y="1874603"/>
                  <a:pt x="4464050" y="1866900"/>
                </a:cubicBezTo>
                <a:cubicBezTo>
                  <a:pt x="4469270" y="1859592"/>
                  <a:pt x="4477712" y="1855034"/>
                  <a:pt x="4483100" y="1847850"/>
                </a:cubicBezTo>
                <a:cubicBezTo>
                  <a:pt x="4522705" y="1795043"/>
                  <a:pt x="4488967" y="1836116"/>
                  <a:pt x="4508500" y="1797050"/>
                </a:cubicBezTo>
                <a:cubicBezTo>
                  <a:pt x="4540386" y="1733277"/>
                  <a:pt x="4500502" y="1830528"/>
                  <a:pt x="4533900" y="1752600"/>
                </a:cubicBezTo>
                <a:cubicBezTo>
                  <a:pt x="4536537" y="1746448"/>
                  <a:pt x="4537613" y="1739702"/>
                  <a:pt x="4540250" y="1733550"/>
                </a:cubicBezTo>
                <a:cubicBezTo>
                  <a:pt x="4543979" y="1724849"/>
                  <a:pt x="4549957" y="1717130"/>
                  <a:pt x="4552950" y="1708150"/>
                </a:cubicBezTo>
                <a:cubicBezTo>
                  <a:pt x="4558470" y="1691591"/>
                  <a:pt x="4560130" y="1673909"/>
                  <a:pt x="4565650" y="1657350"/>
                </a:cubicBezTo>
                <a:cubicBezTo>
                  <a:pt x="4572000" y="1638300"/>
                  <a:pt x="4573561" y="1616908"/>
                  <a:pt x="4584700" y="1600200"/>
                </a:cubicBezTo>
                <a:cubicBezTo>
                  <a:pt x="4596411" y="1582634"/>
                  <a:pt x="4599111" y="1582204"/>
                  <a:pt x="4603750" y="1562100"/>
                </a:cubicBezTo>
                <a:cubicBezTo>
                  <a:pt x="4624769" y="1471017"/>
                  <a:pt x="4607451" y="1525596"/>
                  <a:pt x="4622800" y="1479550"/>
                </a:cubicBezTo>
                <a:cubicBezTo>
                  <a:pt x="4636734" y="1382010"/>
                  <a:pt x="4628240" y="1419690"/>
                  <a:pt x="4641850" y="1365250"/>
                </a:cubicBezTo>
                <a:cubicBezTo>
                  <a:pt x="4643967" y="1344083"/>
                  <a:pt x="4645389" y="1322836"/>
                  <a:pt x="4648200" y="1301750"/>
                </a:cubicBezTo>
                <a:cubicBezTo>
                  <a:pt x="4649626" y="1291052"/>
                  <a:pt x="4652619" y="1280619"/>
                  <a:pt x="4654550" y="1270000"/>
                </a:cubicBezTo>
                <a:cubicBezTo>
                  <a:pt x="4670799" y="1180632"/>
                  <a:pt x="4651565" y="1278577"/>
                  <a:pt x="4667250" y="1200150"/>
                </a:cubicBezTo>
                <a:cubicBezTo>
                  <a:pt x="4665133" y="1058333"/>
                  <a:pt x="4664631" y="916483"/>
                  <a:pt x="4660900" y="774700"/>
                </a:cubicBezTo>
                <a:cubicBezTo>
                  <a:pt x="4660396" y="755539"/>
                  <a:pt x="4655585" y="736689"/>
                  <a:pt x="4654550" y="717550"/>
                </a:cubicBezTo>
                <a:cubicBezTo>
                  <a:pt x="4651349" y="658332"/>
                  <a:pt x="4651401" y="598968"/>
                  <a:pt x="4648200" y="539750"/>
                </a:cubicBezTo>
                <a:cubicBezTo>
                  <a:pt x="4647165" y="520611"/>
                  <a:pt x="4644765" y="501544"/>
                  <a:pt x="4641850" y="482600"/>
                </a:cubicBezTo>
                <a:cubicBezTo>
                  <a:pt x="4634935" y="437653"/>
                  <a:pt x="4637448" y="475491"/>
                  <a:pt x="4629150" y="438150"/>
                </a:cubicBezTo>
                <a:cubicBezTo>
                  <a:pt x="4616676" y="382015"/>
                  <a:pt x="4629102" y="418930"/>
                  <a:pt x="4616450" y="374650"/>
                </a:cubicBezTo>
                <a:cubicBezTo>
                  <a:pt x="4614611" y="368214"/>
                  <a:pt x="4612870" y="361694"/>
                  <a:pt x="4610100" y="355600"/>
                </a:cubicBezTo>
                <a:cubicBezTo>
                  <a:pt x="4602266" y="338365"/>
                  <a:pt x="4584700" y="304800"/>
                  <a:pt x="4584700" y="304800"/>
                </a:cubicBezTo>
                <a:cubicBezTo>
                  <a:pt x="4572449" y="243544"/>
                  <a:pt x="4587451" y="297603"/>
                  <a:pt x="4565650" y="254000"/>
                </a:cubicBezTo>
                <a:cubicBezTo>
                  <a:pt x="4562657" y="248013"/>
                  <a:pt x="4561937" y="241102"/>
                  <a:pt x="4559300" y="234950"/>
                </a:cubicBezTo>
                <a:cubicBezTo>
                  <a:pt x="4552694" y="219536"/>
                  <a:pt x="4544186" y="203872"/>
                  <a:pt x="4533900" y="190500"/>
                </a:cubicBezTo>
                <a:cubicBezTo>
                  <a:pt x="4517373" y="169015"/>
                  <a:pt x="4502267" y="146167"/>
                  <a:pt x="4483100" y="127000"/>
                </a:cubicBezTo>
                <a:cubicBezTo>
                  <a:pt x="4468283" y="112183"/>
                  <a:pt x="4458105" y="90332"/>
                  <a:pt x="4438650" y="82550"/>
                </a:cubicBezTo>
                <a:cubicBezTo>
                  <a:pt x="4428067" y="78317"/>
                  <a:pt x="4417095" y="74948"/>
                  <a:pt x="4406900" y="69850"/>
                </a:cubicBezTo>
                <a:cubicBezTo>
                  <a:pt x="4400074" y="66437"/>
                  <a:pt x="4394676" y="60563"/>
                  <a:pt x="4387850" y="57150"/>
                </a:cubicBezTo>
                <a:cubicBezTo>
                  <a:pt x="4381863" y="54157"/>
                  <a:pt x="4374952" y="53437"/>
                  <a:pt x="4368800" y="50800"/>
                </a:cubicBezTo>
                <a:cubicBezTo>
                  <a:pt x="4360099" y="47071"/>
                  <a:pt x="4352467" y="40820"/>
                  <a:pt x="4343400" y="38100"/>
                </a:cubicBezTo>
                <a:cubicBezTo>
                  <a:pt x="4331068" y="34400"/>
                  <a:pt x="4317925" y="34275"/>
                  <a:pt x="4305300" y="31750"/>
                </a:cubicBezTo>
                <a:cubicBezTo>
                  <a:pt x="4236558" y="18002"/>
                  <a:pt x="4342925" y="32403"/>
                  <a:pt x="4222750" y="19050"/>
                </a:cubicBezTo>
                <a:cubicBezTo>
                  <a:pt x="4214283" y="16933"/>
                  <a:pt x="4205741" y="15098"/>
                  <a:pt x="4197350" y="12700"/>
                </a:cubicBezTo>
                <a:cubicBezTo>
                  <a:pt x="4190914" y="10861"/>
                  <a:pt x="4184968" y="6930"/>
                  <a:pt x="4178300" y="6350"/>
                </a:cubicBezTo>
                <a:cubicBezTo>
                  <a:pt x="4136073" y="2678"/>
                  <a:pt x="4093633" y="2117"/>
                  <a:pt x="4051300" y="0"/>
                </a:cubicBezTo>
                <a:lnTo>
                  <a:pt x="3702050" y="6350"/>
                </a:lnTo>
                <a:cubicBezTo>
                  <a:pt x="3677471" y="7183"/>
                  <a:pt x="3673605" y="17271"/>
                  <a:pt x="3651250" y="25400"/>
                </a:cubicBezTo>
                <a:cubicBezTo>
                  <a:pt x="3636768" y="30666"/>
                  <a:pt x="3621107" y="32377"/>
                  <a:pt x="3606800" y="38100"/>
                </a:cubicBezTo>
                <a:cubicBezTo>
                  <a:pt x="3589222" y="45131"/>
                  <a:pt x="3573961" y="57513"/>
                  <a:pt x="3556000" y="63500"/>
                </a:cubicBezTo>
                <a:cubicBezTo>
                  <a:pt x="3537481" y="69673"/>
                  <a:pt x="3529485" y="71340"/>
                  <a:pt x="3511550" y="82550"/>
                </a:cubicBezTo>
                <a:cubicBezTo>
                  <a:pt x="3502575" y="88159"/>
                  <a:pt x="3494956" y="95729"/>
                  <a:pt x="3486150" y="101600"/>
                </a:cubicBezTo>
                <a:cubicBezTo>
                  <a:pt x="3475881" y="108446"/>
                  <a:pt x="3464669" y="113804"/>
                  <a:pt x="3454400" y="120650"/>
                </a:cubicBezTo>
                <a:cubicBezTo>
                  <a:pt x="3445594" y="126521"/>
                  <a:pt x="3438466" y="134967"/>
                  <a:pt x="3429000" y="139700"/>
                </a:cubicBezTo>
                <a:cubicBezTo>
                  <a:pt x="3421194" y="143603"/>
                  <a:pt x="3412067" y="143933"/>
                  <a:pt x="3403600" y="146050"/>
                </a:cubicBezTo>
                <a:lnTo>
                  <a:pt x="3346450" y="184150"/>
                </a:lnTo>
                <a:cubicBezTo>
                  <a:pt x="3340100" y="188383"/>
                  <a:pt x="3332796" y="191454"/>
                  <a:pt x="3327400" y="196850"/>
                </a:cubicBezTo>
                <a:cubicBezTo>
                  <a:pt x="3321050" y="203200"/>
                  <a:pt x="3315439" y="210387"/>
                  <a:pt x="3308350" y="215900"/>
                </a:cubicBezTo>
                <a:cubicBezTo>
                  <a:pt x="3296302" y="225271"/>
                  <a:pt x="3282950" y="232833"/>
                  <a:pt x="3270250" y="241300"/>
                </a:cubicBezTo>
                <a:cubicBezTo>
                  <a:pt x="3263900" y="245533"/>
                  <a:pt x="3256596" y="248604"/>
                  <a:pt x="3251200" y="254000"/>
                </a:cubicBezTo>
                <a:cubicBezTo>
                  <a:pt x="3228803" y="276397"/>
                  <a:pt x="3240182" y="269034"/>
                  <a:pt x="3219450" y="2794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072198" y="3929066"/>
            <a:ext cx="302839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페이지를 요청하면 항상</a:t>
            </a:r>
            <a:endParaRPr lang="en-US" altLang="ko-KR" sz="1200" dirty="0" smtClean="0"/>
          </a:p>
          <a:p>
            <a:r>
              <a:rPr lang="ko-KR" altLang="en-US" sz="1200" dirty="0" smtClean="0"/>
              <a:t>검색을 위한 입력과 값에 따라  </a:t>
            </a:r>
            <a:r>
              <a:rPr lang="ko-KR" altLang="en-US" sz="1200" dirty="0" err="1" smtClean="0"/>
              <a:t>쿼리문이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동적으로 생성되고 실행되어 검색 결과가</a:t>
            </a:r>
            <a:endParaRPr lang="en-US" altLang="ko-KR" sz="1200" dirty="0" smtClean="0"/>
          </a:p>
          <a:p>
            <a:r>
              <a:rPr lang="ko-KR" altLang="en-US" sz="1200" dirty="0" smtClean="0"/>
              <a:t>다르게 나온다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제목 </a:t>
            </a:r>
            <a:r>
              <a:rPr lang="en-US" altLang="ko-KR" sz="1200" dirty="0" smtClean="0"/>
              <a:t>– </a:t>
            </a:r>
            <a:r>
              <a:rPr lang="ko-KR" altLang="en-US" sz="1200" dirty="0" smtClean="0"/>
              <a:t>제목으로 검색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ko-KR" altLang="en-US" sz="1200" dirty="0" smtClean="0"/>
              <a:t>내용 </a:t>
            </a:r>
            <a:r>
              <a:rPr lang="en-US" altLang="ko-KR" sz="1200" dirty="0" smtClean="0"/>
              <a:t>– </a:t>
            </a:r>
            <a:r>
              <a:rPr lang="ko-KR" altLang="en-US" sz="1200" dirty="0" smtClean="0"/>
              <a:t>내용으로 검색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ko-KR" altLang="en-US" sz="1200" dirty="0" smtClean="0"/>
              <a:t>작성자 </a:t>
            </a:r>
            <a:r>
              <a:rPr lang="en-US" altLang="ko-KR" sz="1200" dirty="0" smtClean="0"/>
              <a:t>– </a:t>
            </a:r>
            <a:r>
              <a:rPr lang="ko-KR" altLang="en-US" sz="1200" dirty="0" smtClean="0"/>
              <a:t>작성자로 검색</a:t>
            </a:r>
            <a:endParaRPr lang="ko-KR" altLang="en-US" sz="12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3500438"/>
            <a:ext cx="5072098" cy="2181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폭발 2 8"/>
          <p:cNvSpPr/>
          <p:nvPr/>
        </p:nvSpPr>
        <p:spPr>
          <a:xfrm>
            <a:off x="4000496" y="5429264"/>
            <a:ext cx="285752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4140200" y="3371850"/>
            <a:ext cx="2266950" cy="2216783"/>
          </a:xfrm>
          <a:custGeom>
            <a:avLst/>
            <a:gdLst>
              <a:gd name="connsiteX0" fmla="*/ 0 w 2266950"/>
              <a:gd name="connsiteY0" fmla="*/ 2178050 h 2216783"/>
              <a:gd name="connsiteX1" fmla="*/ 57150 w 2266950"/>
              <a:gd name="connsiteY1" fmla="*/ 2184400 h 2216783"/>
              <a:gd name="connsiteX2" fmla="*/ 82550 w 2266950"/>
              <a:gd name="connsiteY2" fmla="*/ 2190750 h 2216783"/>
              <a:gd name="connsiteX3" fmla="*/ 152400 w 2266950"/>
              <a:gd name="connsiteY3" fmla="*/ 2197100 h 2216783"/>
              <a:gd name="connsiteX4" fmla="*/ 209550 w 2266950"/>
              <a:gd name="connsiteY4" fmla="*/ 2203450 h 2216783"/>
              <a:gd name="connsiteX5" fmla="*/ 444500 w 2266950"/>
              <a:gd name="connsiteY5" fmla="*/ 2216150 h 2216783"/>
              <a:gd name="connsiteX6" fmla="*/ 895350 w 2266950"/>
              <a:gd name="connsiteY6" fmla="*/ 2209800 h 2216783"/>
              <a:gd name="connsiteX7" fmla="*/ 990600 w 2266950"/>
              <a:gd name="connsiteY7" fmla="*/ 2190750 h 2216783"/>
              <a:gd name="connsiteX8" fmla="*/ 1054100 w 2266950"/>
              <a:gd name="connsiteY8" fmla="*/ 2171700 h 2216783"/>
              <a:gd name="connsiteX9" fmla="*/ 1092200 w 2266950"/>
              <a:gd name="connsiteY9" fmla="*/ 2152650 h 2216783"/>
              <a:gd name="connsiteX10" fmla="*/ 1123950 w 2266950"/>
              <a:gd name="connsiteY10" fmla="*/ 2146300 h 2216783"/>
              <a:gd name="connsiteX11" fmla="*/ 1162050 w 2266950"/>
              <a:gd name="connsiteY11" fmla="*/ 2133600 h 2216783"/>
              <a:gd name="connsiteX12" fmla="*/ 1212850 w 2266950"/>
              <a:gd name="connsiteY12" fmla="*/ 2120900 h 2216783"/>
              <a:gd name="connsiteX13" fmla="*/ 1244600 w 2266950"/>
              <a:gd name="connsiteY13" fmla="*/ 2114550 h 2216783"/>
              <a:gd name="connsiteX14" fmla="*/ 1314450 w 2266950"/>
              <a:gd name="connsiteY14" fmla="*/ 2089150 h 2216783"/>
              <a:gd name="connsiteX15" fmla="*/ 1377950 w 2266950"/>
              <a:gd name="connsiteY15" fmla="*/ 2076450 h 2216783"/>
              <a:gd name="connsiteX16" fmla="*/ 1454150 w 2266950"/>
              <a:gd name="connsiteY16" fmla="*/ 2051050 h 2216783"/>
              <a:gd name="connsiteX17" fmla="*/ 1504950 w 2266950"/>
              <a:gd name="connsiteY17" fmla="*/ 2038350 h 2216783"/>
              <a:gd name="connsiteX18" fmla="*/ 1568450 w 2266950"/>
              <a:gd name="connsiteY18" fmla="*/ 2012950 h 2216783"/>
              <a:gd name="connsiteX19" fmla="*/ 1644650 w 2266950"/>
              <a:gd name="connsiteY19" fmla="*/ 1987550 h 2216783"/>
              <a:gd name="connsiteX20" fmla="*/ 1695450 w 2266950"/>
              <a:gd name="connsiteY20" fmla="*/ 1968500 h 2216783"/>
              <a:gd name="connsiteX21" fmla="*/ 1739900 w 2266950"/>
              <a:gd name="connsiteY21" fmla="*/ 1949450 h 2216783"/>
              <a:gd name="connsiteX22" fmla="*/ 1765300 w 2266950"/>
              <a:gd name="connsiteY22" fmla="*/ 1936750 h 2216783"/>
              <a:gd name="connsiteX23" fmla="*/ 1784350 w 2266950"/>
              <a:gd name="connsiteY23" fmla="*/ 1930400 h 2216783"/>
              <a:gd name="connsiteX24" fmla="*/ 1803400 w 2266950"/>
              <a:gd name="connsiteY24" fmla="*/ 1917700 h 2216783"/>
              <a:gd name="connsiteX25" fmla="*/ 1854200 w 2266950"/>
              <a:gd name="connsiteY25" fmla="*/ 1892300 h 2216783"/>
              <a:gd name="connsiteX26" fmla="*/ 1879600 w 2266950"/>
              <a:gd name="connsiteY26" fmla="*/ 1879600 h 2216783"/>
              <a:gd name="connsiteX27" fmla="*/ 1917700 w 2266950"/>
              <a:gd name="connsiteY27" fmla="*/ 1847850 h 2216783"/>
              <a:gd name="connsiteX28" fmla="*/ 1968500 w 2266950"/>
              <a:gd name="connsiteY28" fmla="*/ 1809750 h 2216783"/>
              <a:gd name="connsiteX29" fmla="*/ 2012950 w 2266950"/>
              <a:gd name="connsiteY29" fmla="*/ 1765300 h 2216783"/>
              <a:gd name="connsiteX30" fmla="*/ 2051050 w 2266950"/>
              <a:gd name="connsiteY30" fmla="*/ 1720850 h 2216783"/>
              <a:gd name="connsiteX31" fmla="*/ 2076450 w 2266950"/>
              <a:gd name="connsiteY31" fmla="*/ 1695450 h 2216783"/>
              <a:gd name="connsiteX32" fmla="*/ 2095500 w 2266950"/>
              <a:gd name="connsiteY32" fmla="*/ 1663700 h 2216783"/>
              <a:gd name="connsiteX33" fmla="*/ 2133600 w 2266950"/>
              <a:gd name="connsiteY33" fmla="*/ 1612900 h 2216783"/>
              <a:gd name="connsiteX34" fmla="*/ 2146300 w 2266950"/>
              <a:gd name="connsiteY34" fmla="*/ 1574800 h 2216783"/>
              <a:gd name="connsiteX35" fmla="*/ 2165350 w 2266950"/>
              <a:gd name="connsiteY35" fmla="*/ 1543050 h 2216783"/>
              <a:gd name="connsiteX36" fmla="*/ 2178050 w 2266950"/>
              <a:gd name="connsiteY36" fmla="*/ 1511300 h 2216783"/>
              <a:gd name="connsiteX37" fmla="*/ 2190750 w 2266950"/>
              <a:gd name="connsiteY37" fmla="*/ 1485900 h 2216783"/>
              <a:gd name="connsiteX38" fmla="*/ 2209800 w 2266950"/>
              <a:gd name="connsiteY38" fmla="*/ 1416050 h 2216783"/>
              <a:gd name="connsiteX39" fmla="*/ 2235200 w 2266950"/>
              <a:gd name="connsiteY39" fmla="*/ 1346200 h 2216783"/>
              <a:gd name="connsiteX40" fmla="*/ 2241550 w 2266950"/>
              <a:gd name="connsiteY40" fmla="*/ 1314450 h 2216783"/>
              <a:gd name="connsiteX41" fmla="*/ 2254250 w 2266950"/>
              <a:gd name="connsiteY41" fmla="*/ 1238250 h 2216783"/>
              <a:gd name="connsiteX42" fmla="*/ 2266950 w 2266950"/>
              <a:gd name="connsiteY42" fmla="*/ 1168400 h 2216783"/>
              <a:gd name="connsiteX43" fmla="*/ 2260600 w 2266950"/>
              <a:gd name="connsiteY43" fmla="*/ 914400 h 2216783"/>
              <a:gd name="connsiteX44" fmla="*/ 2247900 w 2266950"/>
              <a:gd name="connsiteY44" fmla="*/ 889000 h 2216783"/>
              <a:gd name="connsiteX45" fmla="*/ 2241550 w 2266950"/>
              <a:gd name="connsiteY45" fmla="*/ 850900 h 2216783"/>
              <a:gd name="connsiteX46" fmla="*/ 2228850 w 2266950"/>
              <a:gd name="connsiteY46" fmla="*/ 825500 h 2216783"/>
              <a:gd name="connsiteX47" fmla="*/ 2216150 w 2266950"/>
              <a:gd name="connsiteY47" fmla="*/ 781050 h 2216783"/>
              <a:gd name="connsiteX48" fmla="*/ 2197100 w 2266950"/>
              <a:gd name="connsiteY48" fmla="*/ 742950 h 2216783"/>
              <a:gd name="connsiteX49" fmla="*/ 2184400 w 2266950"/>
              <a:gd name="connsiteY49" fmla="*/ 704850 h 2216783"/>
              <a:gd name="connsiteX50" fmla="*/ 2146300 w 2266950"/>
              <a:gd name="connsiteY50" fmla="*/ 628650 h 2216783"/>
              <a:gd name="connsiteX51" fmla="*/ 2120900 w 2266950"/>
              <a:gd name="connsiteY51" fmla="*/ 571500 h 2216783"/>
              <a:gd name="connsiteX52" fmla="*/ 2108200 w 2266950"/>
              <a:gd name="connsiteY52" fmla="*/ 539750 h 2216783"/>
              <a:gd name="connsiteX53" fmla="*/ 2089150 w 2266950"/>
              <a:gd name="connsiteY53" fmla="*/ 514350 h 2216783"/>
              <a:gd name="connsiteX54" fmla="*/ 2076450 w 2266950"/>
              <a:gd name="connsiteY54" fmla="*/ 482600 h 2216783"/>
              <a:gd name="connsiteX55" fmla="*/ 2070100 w 2266950"/>
              <a:gd name="connsiteY55" fmla="*/ 457200 h 2216783"/>
              <a:gd name="connsiteX56" fmla="*/ 2032000 w 2266950"/>
              <a:gd name="connsiteY56" fmla="*/ 412750 h 2216783"/>
              <a:gd name="connsiteX57" fmla="*/ 2000250 w 2266950"/>
              <a:gd name="connsiteY57" fmla="*/ 349250 h 2216783"/>
              <a:gd name="connsiteX58" fmla="*/ 1981200 w 2266950"/>
              <a:gd name="connsiteY58" fmla="*/ 330200 h 2216783"/>
              <a:gd name="connsiteX59" fmla="*/ 1968500 w 2266950"/>
              <a:gd name="connsiteY59" fmla="*/ 311150 h 2216783"/>
              <a:gd name="connsiteX60" fmla="*/ 1930400 w 2266950"/>
              <a:gd name="connsiteY60" fmla="*/ 254000 h 2216783"/>
              <a:gd name="connsiteX61" fmla="*/ 1905000 w 2266950"/>
              <a:gd name="connsiteY61" fmla="*/ 228600 h 2216783"/>
              <a:gd name="connsiteX62" fmla="*/ 1866900 w 2266950"/>
              <a:gd name="connsiteY62" fmla="*/ 190500 h 2216783"/>
              <a:gd name="connsiteX63" fmla="*/ 1822450 w 2266950"/>
              <a:gd name="connsiteY63" fmla="*/ 152400 h 2216783"/>
              <a:gd name="connsiteX64" fmla="*/ 1809750 w 2266950"/>
              <a:gd name="connsiteY64" fmla="*/ 133350 h 2216783"/>
              <a:gd name="connsiteX65" fmla="*/ 1758950 w 2266950"/>
              <a:gd name="connsiteY65" fmla="*/ 101600 h 2216783"/>
              <a:gd name="connsiteX66" fmla="*/ 1739900 w 2266950"/>
              <a:gd name="connsiteY66" fmla="*/ 82550 h 2216783"/>
              <a:gd name="connsiteX67" fmla="*/ 1682750 w 2266950"/>
              <a:gd name="connsiteY67" fmla="*/ 57150 h 2216783"/>
              <a:gd name="connsiteX68" fmla="*/ 1631950 w 2266950"/>
              <a:gd name="connsiteY68" fmla="*/ 31750 h 2216783"/>
              <a:gd name="connsiteX69" fmla="*/ 1606550 w 2266950"/>
              <a:gd name="connsiteY69" fmla="*/ 19050 h 2216783"/>
              <a:gd name="connsiteX70" fmla="*/ 1555750 w 2266950"/>
              <a:gd name="connsiteY70" fmla="*/ 12700 h 2216783"/>
              <a:gd name="connsiteX71" fmla="*/ 1536700 w 2266950"/>
              <a:gd name="connsiteY71" fmla="*/ 6350 h 2216783"/>
              <a:gd name="connsiteX72" fmla="*/ 1498600 w 2266950"/>
              <a:gd name="connsiteY72" fmla="*/ 0 h 2216783"/>
              <a:gd name="connsiteX73" fmla="*/ 1028700 w 2266950"/>
              <a:gd name="connsiteY73" fmla="*/ 6350 h 2216783"/>
              <a:gd name="connsiteX74" fmla="*/ 1009650 w 2266950"/>
              <a:gd name="connsiteY74" fmla="*/ 12700 h 2216783"/>
              <a:gd name="connsiteX75" fmla="*/ 958850 w 2266950"/>
              <a:gd name="connsiteY75" fmla="*/ 19050 h 2216783"/>
              <a:gd name="connsiteX76" fmla="*/ 933450 w 2266950"/>
              <a:gd name="connsiteY76" fmla="*/ 31750 h 2216783"/>
              <a:gd name="connsiteX77" fmla="*/ 901700 w 2266950"/>
              <a:gd name="connsiteY77" fmla="*/ 38100 h 2216783"/>
              <a:gd name="connsiteX78" fmla="*/ 844550 w 2266950"/>
              <a:gd name="connsiteY78" fmla="*/ 57150 h 2216783"/>
              <a:gd name="connsiteX79" fmla="*/ 812800 w 2266950"/>
              <a:gd name="connsiteY79" fmla="*/ 69850 h 2216783"/>
              <a:gd name="connsiteX80" fmla="*/ 793750 w 2266950"/>
              <a:gd name="connsiteY80" fmla="*/ 76200 h 2216783"/>
              <a:gd name="connsiteX81" fmla="*/ 768350 w 2266950"/>
              <a:gd name="connsiteY81" fmla="*/ 88900 h 2216783"/>
              <a:gd name="connsiteX82" fmla="*/ 742950 w 2266950"/>
              <a:gd name="connsiteY82" fmla="*/ 95250 h 2216783"/>
              <a:gd name="connsiteX83" fmla="*/ 698500 w 2266950"/>
              <a:gd name="connsiteY83" fmla="*/ 114300 h 2216783"/>
              <a:gd name="connsiteX84" fmla="*/ 666750 w 2266950"/>
              <a:gd name="connsiteY84" fmla="*/ 133350 h 2216783"/>
              <a:gd name="connsiteX85" fmla="*/ 615950 w 2266950"/>
              <a:gd name="connsiteY85" fmla="*/ 158750 h 2216783"/>
              <a:gd name="connsiteX86" fmla="*/ 590550 w 2266950"/>
              <a:gd name="connsiteY86" fmla="*/ 171450 h 2216783"/>
              <a:gd name="connsiteX87" fmla="*/ 552450 w 2266950"/>
              <a:gd name="connsiteY87" fmla="*/ 196850 h 2216783"/>
              <a:gd name="connsiteX88" fmla="*/ 520700 w 2266950"/>
              <a:gd name="connsiteY88" fmla="*/ 203200 h 2216783"/>
              <a:gd name="connsiteX89" fmla="*/ 501650 w 2266950"/>
              <a:gd name="connsiteY89" fmla="*/ 215900 h 2216783"/>
              <a:gd name="connsiteX90" fmla="*/ 457200 w 2266950"/>
              <a:gd name="connsiteY90" fmla="*/ 228600 h 2216783"/>
              <a:gd name="connsiteX91" fmla="*/ 419100 w 2266950"/>
              <a:gd name="connsiteY91" fmla="*/ 247650 h 2216783"/>
              <a:gd name="connsiteX92" fmla="*/ 400050 w 2266950"/>
              <a:gd name="connsiteY92" fmla="*/ 260350 h 2216783"/>
              <a:gd name="connsiteX93" fmla="*/ 387350 w 2266950"/>
              <a:gd name="connsiteY93" fmla="*/ 266700 h 2216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2266950" h="2216783">
                <a:moveTo>
                  <a:pt x="0" y="2178050"/>
                </a:moveTo>
                <a:cubicBezTo>
                  <a:pt x="19050" y="2180167"/>
                  <a:pt x="38206" y="2181485"/>
                  <a:pt x="57150" y="2184400"/>
                </a:cubicBezTo>
                <a:cubicBezTo>
                  <a:pt x="65776" y="2185727"/>
                  <a:pt x="73899" y="2189597"/>
                  <a:pt x="82550" y="2190750"/>
                </a:cubicBezTo>
                <a:cubicBezTo>
                  <a:pt x="105724" y="2193840"/>
                  <a:pt x="129137" y="2194774"/>
                  <a:pt x="152400" y="2197100"/>
                </a:cubicBezTo>
                <a:cubicBezTo>
                  <a:pt x="171472" y="2199007"/>
                  <a:pt x="190439" y="2201980"/>
                  <a:pt x="209550" y="2203450"/>
                </a:cubicBezTo>
                <a:cubicBezTo>
                  <a:pt x="258796" y="2207238"/>
                  <a:pt x="400286" y="2213939"/>
                  <a:pt x="444500" y="2216150"/>
                </a:cubicBezTo>
                <a:cubicBezTo>
                  <a:pt x="594783" y="2214033"/>
                  <a:pt x="745214" y="2216783"/>
                  <a:pt x="895350" y="2209800"/>
                </a:cubicBezTo>
                <a:cubicBezTo>
                  <a:pt x="927694" y="2208296"/>
                  <a:pt x="990600" y="2190750"/>
                  <a:pt x="990600" y="2190750"/>
                </a:cubicBezTo>
                <a:cubicBezTo>
                  <a:pt x="1062392" y="2154854"/>
                  <a:pt x="959226" y="2203325"/>
                  <a:pt x="1054100" y="2171700"/>
                </a:cubicBezTo>
                <a:cubicBezTo>
                  <a:pt x="1067570" y="2167210"/>
                  <a:pt x="1078856" y="2157502"/>
                  <a:pt x="1092200" y="2152650"/>
                </a:cubicBezTo>
                <a:cubicBezTo>
                  <a:pt x="1102343" y="2148962"/>
                  <a:pt x="1113537" y="2149140"/>
                  <a:pt x="1123950" y="2146300"/>
                </a:cubicBezTo>
                <a:cubicBezTo>
                  <a:pt x="1136865" y="2142778"/>
                  <a:pt x="1149178" y="2137278"/>
                  <a:pt x="1162050" y="2133600"/>
                </a:cubicBezTo>
                <a:cubicBezTo>
                  <a:pt x="1178833" y="2128805"/>
                  <a:pt x="1195843" y="2124825"/>
                  <a:pt x="1212850" y="2120900"/>
                </a:cubicBezTo>
                <a:cubicBezTo>
                  <a:pt x="1223367" y="2118473"/>
                  <a:pt x="1234262" y="2117651"/>
                  <a:pt x="1244600" y="2114550"/>
                </a:cubicBezTo>
                <a:cubicBezTo>
                  <a:pt x="1307724" y="2095613"/>
                  <a:pt x="1243287" y="2106941"/>
                  <a:pt x="1314450" y="2089150"/>
                </a:cubicBezTo>
                <a:cubicBezTo>
                  <a:pt x="1335391" y="2083915"/>
                  <a:pt x="1357472" y="2083276"/>
                  <a:pt x="1377950" y="2076450"/>
                </a:cubicBezTo>
                <a:cubicBezTo>
                  <a:pt x="1403350" y="2067983"/>
                  <a:pt x="1428175" y="2057544"/>
                  <a:pt x="1454150" y="2051050"/>
                </a:cubicBezTo>
                <a:cubicBezTo>
                  <a:pt x="1471083" y="2046817"/>
                  <a:pt x="1488391" y="2043870"/>
                  <a:pt x="1504950" y="2038350"/>
                </a:cubicBezTo>
                <a:cubicBezTo>
                  <a:pt x="1526577" y="2031141"/>
                  <a:pt x="1546823" y="2020159"/>
                  <a:pt x="1568450" y="2012950"/>
                </a:cubicBezTo>
                <a:cubicBezTo>
                  <a:pt x="1593850" y="2004483"/>
                  <a:pt x="1622373" y="2002402"/>
                  <a:pt x="1644650" y="1987550"/>
                </a:cubicBezTo>
                <a:cubicBezTo>
                  <a:pt x="1672680" y="1968863"/>
                  <a:pt x="1656216" y="1976347"/>
                  <a:pt x="1695450" y="1968500"/>
                </a:cubicBezTo>
                <a:cubicBezTo>
                  <a:pt x="1734056" y="1942763"/>
                  <a:pt x="1693037" y="1967024"/>
                  <a:pt x="1739900" y="1949450"/>
                </a:cubicBezTo>
                <a:cubicBezTo>
                  <a:pt x="1748763" y="1946126"/>
                  <a:pt x="1756599" y="1940479"/>
                  <a:pt x="1765300" y="1936750"/>
                </a:cubicBezTo>
                <a:cubicBezTo>
                  <a:pt x="1771452" y="1934113"/>
                  <a:pt x="1778363" y="1933393"/>
                  <a:pt x="1784350" y="1930400"/>
                </a:cubicBezTo>
                <a:cubicBezTo>
                  <a:pt x="1791176" y="1926987"/>
                  <a:pt x="1796700" y="1921354"/>
                  <a:pt x="1803400" y="1917700"/>
                </a:cubicBezTo>
                <a:cubicBezTo>
                  <a:pt x="1820020" y="1908634"/>
                  <a:pt x="1837267" y="1900767"/>
                  <a:pt x="1854200" y="1892300"/>
                </a:cubicBezTo>
                <a:lnTo>
                  <a:pt x="1879600" y="1879600"/>
                </a:lnTo>
                <a:cubicBezTo>
                  <a:pt x="1930971" y="1811105"/>
                  <a:pt x="1870708" y="1881416"/>
                  <a:pt x="1917700" y="1847850"/>
                </a:cubicBezTo>
                <a:cubicBezTo>
                  <a:pt x="1992585" y="1794361"/>
                  <a:pt x="1898561" y="1844720"/>
                  <a:pt x="1968500" y="1809750"/>
                </a:cubicBezTo>
                <a:cubicBezTo>
                  <a:pt x="1991266" y="1775601"/>
                  <a:pt x="1970715" y="1802255"/>
                  <a:pt x="2012950" y="1765300"/>
                </a:cubicBezTo>
                <a:cubicBezTo>
                  <a:pt x="2041847" y="1740015"/>
                  <a:pt x="2023826" y="1751963"/>
                  <a:pt x="2051050" y="1720850"/>
                </a:cubicBezTo>
                <a:cubicBezTo>
                  <a:pt x="2058935" y="1711839"/>
                  <a:pt x="2069099" y="1704901"/>
                  <a:pt x="2076450" y="1695450"/>
                </a:cubicBezTo>
                <a:cubicBezTo>
                  <a:pt x="2084027" y="1685708"/>
                  <a:pt x="2088475" y="1673848"/>
                  <a:pt x="2095500" y="1663700"/>
                </a:cubicBezTo>
                <a:cubicBezTo>
                  <a:pt x="2107548" y="1646297"/>
                  <a:pt x="2133600" y="1612900"/>
                  <a:pt x="2133600" y="1612900"/>
                </a:cubicBezTo>
                <a:cubicBezTo>
                  <a:pt x="2137833" y="1600200"/>
                  <a:pt x="2140760" y="1586987"/>
                  <a:pt x="2146300" y="1574800"/>
                </a:cubicBezTo>
                <a:cubicBezTo>
                  <a:pt x="2151407" y="1563564"/>
                  <a:pt x="2159830" y="1554089"/>
                  <a:pt x="2165350" y="1543050"/>
                </a:cubicBezTo>
                <a:cubicBezTo>
                  <a:pt x="2170448" y="1532855"/>
                  <a:pt x="2173421" y="1521716"/>
                  <a:pt x="2178050" y="1511300"/>
                </a:cubicBezTo>
                <a:cubicBezTo>
                  <a:pt x="2181895" y="1502650"/>
                  <a:pt x="2187234" y="1494689"/>
                  <a:pt x="2190750" y="1485900"/>
                </a:cubicBezTo>
                <a:cubicBezTo>
                  <a:pt x="2219460" y="1414124"/>
                  <a:pt x="2190668" y="1479823"/>
                  <a:pt x="2209800" y="1416050"/>
                </a:cubicBezTo>
                <a:cubicBezTo>
                  <a:pt x="2243886" y="1302431"/>
                  <a:pt x="2199618" y="1476666"/>
                  <a:pt x="2235200" y="1346200"/>
                </a:cubicBezTo>
                <a:cubicBezTo>
                  <a:pt x="2238040" y="1335787"/>
                  <a:pt x="2239674" y="1325079"/>
                  <a:pt x="2241550" y="1314450"/>
                </a:cubicBezTo>
                <a:cubicBezTo>
                  <a:pt x="2246025" y="1289091"/>
                  <a:pt x="2249200" y="1263500"/>
                  <a:pt x="2254250" y="1238250"/>
                </a:cubicBezTo>
                <a:cubicBezTo>
                  <a:pt x="2263125" y="1193875"/>
                  <a:pt x="2258826" y="1217146"/>
                  <a:pt x="2266950" y="1168400"/>
                </a:cubicBezTo>
                <a:cubicBezTo>
                  <a:pt x="2264833" y="1083733"/>
                  <a:pt x="2266361" y="998897"/>
                  <a:pt x="2260600" y="914400"/>
                </a:cubicBezTo>
                <a:cubicBezTo>
                  <a:pt x="2259956" y="904956"/>
                  <a:pt x="2250620" y="898067"/>
                  <a:pt x="2247900" y="889000"/>
                </a:cubicBezTo>
                <a:cubicBezTo>
                  <a:pt x="2244200" y="876668"/>
                  <a:pt x="2245250" y="863232"/>
                  <a:pt x="2241550" y="850900"/>
                </a:cubicBezTo>
                <a:cubicBezTo>
                  <a:pt x="2238830" y="841833"/>
                  <a:pt x="2232085" y="834396"/>
                  <a:pt x="2228850" y="825500"/>
                </a:cubicBezTo>
                <a:cubicBezTo>
                  <a:pt x="2223584" y="811018"/>
                  <a:pt x="2221682" y="795432"/>
                  <a:pt x="2216150" y="781050"/>
                </a:cubicBezTo>
                <a:cubicBezTo>
                  <a:pt x="2211053" y="767797"/>
                  <a:pt x="2202561" y="756057"/>
                  <a:pt x="2197100" y="742950"/>
                </a:cubicBezTo>
                <a:cubicBezTo>
                  <a:pt x="2191951" y="730593"/>
                  <a:pt x="2189206" y="717345"/>
                  <a:pt x="2184400" y="704850"/>
                </a:cubicBezTo>
                <a:cubicBezTo>
                  <a:pt x="2167320" y="660442"/>
                  <a:pt x="2168413" y="665505"/>
                  <a:pt x="2146300" y="628650"/>
                </a:cubicBezTo>
                <a:cubicBezTo>
                  <a:pt x="2134182" y="580179"/>
                  <a:pt x="2148363" y="626427"/>
                  <a:pt x="2120900" y="571500"/>
                </a:cubicBezTo>
                <a:cubicBezTo>
                  <a:pt x="2115802" y="561305"/>
                  <a:pt x="2113736" y="549714"/>
                  <a:pt x="2108200" y="539750"/>
                </a:cubicBezTo>
                <a:cubicBezTo>
                  <a:pt x="2103060" y="530499"/>
                  <a:pt x="2094290" y="523601"/>
                  <a:pt x="2089150" y="514350"/>
                </a:cubicBezTo>
                <a:cubicBezTo>
                  <a:pt x="2083614" y="504386"/>
                  <a:pt x="2080055" y="493414"/>
                  <a:pt x="2076450" y="482600"/>
                </a:cubicBezTo>
                <a:cubicBezTo>
                  <a:pt x="2073690" y="474321"/>
                  <a:pt x="2074003" y="465006"/>
                  <a:pt x="2070100" y="457200"/>
                </a:cubicBezTo>
                <a:cubicBezTo>
                  <a:pt x="2061954" y="440908"/>
                  <a:pt x="2044709" y="425459"/>
                  <a:pt x="2032000" y="412750"/>
                </a:cubicBezTo>
                <a:cubicBezTo>
                  <a:pt x="2021290" y="385976"/>
                  <a:pt x="2018046" y="372978"/>
                  <a:pt x="2000250" y="349250"/>
                </a:cubicBezTo>
                <a:cubicBezTo>
                  <a:pt x="1994862" y="342066"/>
                  <a:pt x="1986949" y="337099"/>
                  <a:pt x="1981200" y="330200"/>
                </a:cubicBezTo>
                <a:cubicBezTo>
                  <a:pt x="1976314" y="324337"/>
                  <a:pt x="1972545" y="317622"/>
                  <a:pt x="1968500" y="311150"/>
                </a:cubicBezTo>
                <a:cubicBezTo>
                  <a:pt x="1953288" y="286810"/>
                  <a:pt x="1948895" y="275138"/>
                  <a:pt x="1930400" y="254000"/>
                </a:cubicBezTo>
                <a:cubicBezTo>
                  <a:pt x="1922515" y="244989"/>
                  <a:pt x="1912351" y="238051"/>
                  <a:pt x="1905000" y="228600"/>
                </a:cubicBezTo>
                <a:cubicBezTo>
                  <a:pt x="1873509" y="188111"/>
                  <a:pt x="1902538" y="202379"/>
                  <a:pt x="1866900" y="190500"/>
                </a:cubicBezTo>
                <a:cubicBezTo>
                  <a:pt x="1837882" y="146973"/>
                  <a:pt x="1876062" y="198353"/>
                  <a:pt x="1822450" y="152400"/>
                </a:cubicBezTo>
                <a:cubicBezTo>
                  <a:pt x="1816656" y="147433"/>
                  <a:pt x="1815146" y="138746"/>
                  <a:pt x="1809750" y="133350"/>
                </a:cubicBezTo>
                <a:cubicBezTo>
                  <a:pt x="1776392" y="99992"/>
                  <a:pt x="1794160" y="126750"/>
                  <a:pt x="1758950" y="101600"/>
                </a:cubicBezTo>
                <a:cubicBezTo>
                  <a:pt x="1751642" y="96380"/>
                  <a:pt x="1747084" y="87938"/>
                  <a:pt x="1739900" y="82550"/>
                </a:cubicBezTo>
                <a:cubicBezTo>
                  <a:pt x="1712437" y="61952"/>
                  <a:pt x="1711801" y="64413"/>
                  <a:pt x="1682750" y="57150"/>
                </a:cubicBezTo>
                <a:cubicBezTo>
                  <a:pt x="1635951" y="22050"/>
                  <a:pt x="1679506" y="49584"/>
                  <a:pt x="1631950" y="31750"/>
                </a:cubicBezTo>
                <a:cubicBezTo>
                  <a:pt x="1623087" y="28426"/>
                  <a:pt x="1615733" y="21346"/>
                  <a:pt x="1606550" y="19050"/>
                </a:cubicBezTo>
                <a:cubicBezTo>
                  <a:pt x="1589994" y="14911"/>
                  <a:pt x="1572683" y="14817"/>
                  <a:pt x="1555750" y="12700"/>
                </a:cubicBezTo>
                <a:cubicBezTo>
                  <a:pt x="1549400" y="10583"/>
                  <a:pt x="1543234" y="7802"/>
                  <a:pt x="1536700" y="6350"/>
                </a:cubicBezTo>
                <a:cubicBezTo>
                  <a:pt x="1524131" y="3557"/>
                  <a:pt x="1511475" y="0"/>
                  <a:pt x="1498600" y="0"/>
                </a:cubicBezTo>
                <a:cubicBezTo>
                  <a:pt x="1341952" y="0"/>
                  <a:pt x="1185333" y="4233"/>
                  <a:pt x="1028700" y="6350"/>
                </a:cubicBezTo>
                <a:cubicBezTo>
                  <a:pt x="1022350" y="8467"/>
                  <a:pt x="1016236" y="11503"/>
                  <a:pt x="1009650" y="12700"/>
                </a:cubicBezTo>
                <a:cubicBezTo>
                  <a:pt x="992860" y="15753"/>
                  <a:pt x="975406" y="14911"/>
                  <a:pt x="958850" y="19050"/>
                </a:cubicBezTo>
                <a:cubicBezTo>
                  <a:pt x="949667" y="21346"/>
                  <a:pt x="942430" y="28757"/>
                  <a:pt x="933450" y="31750"/>
                </a:cubicBezTo>
                <a:cubicBezTo>
                  <a:pt x="923211" y="35163"/>
                  <a:pt x="912283" y="35983"/>
                  <a:pt x="901700" y="38100"/>
                </a:cubicBezTo>
                <a:cubicBezTo>
                  <a:pt x="864656" y="62796"/>
                  <a:pt x="902462" y="41356"/>
                  <a:pt x="844550" y="57150"/>
                </a:cubicBezTo>
                <a:cubicBezTo>
                  <a:pt x="833553" y="60149"/>
                  <a:pt x="823473" y="65848"/>
                  <a:pt x="812800" y="69850"/>
                </a:cubicBezTo>
                <a:cubicBezTo>
                  <a:pt x="806533" y="72200"/>
                  <a:pt x="799902" y="73563"/>
                  <a:pt x="793750" y="76200"/>
                </a:cubicBezTo>
                <a:cubicBezTo>
                  <a:pt x="785049" y="79929"/>
                  <a:pt x="777213" y="85576"/>
                  <a:pt x="768350" y="88900"/>
                </a:cubicBezTo>
                <a:cubicBezTo>
                  <a:pt x="760178" y="91964"/>
                  <a:pt x="751417" y="93133"/>
                  <a:pt x="742950" y="95250"/>
                </a:cubicBezTo>
                <a:cubicBezTo>
                  <a:pt x="691538" y="129525"/>
                  <a:pt x="760007" y="86963"/>
                  <a:pt x="698500" y="114300"/>
                </a:cubicBezTo>
                <a:cubicBezTo>
                  <a:pt x="687222" y="119313"/>
                  <a:pt x="677617" y="127499"/>
                  <a:pt x="666750" y="133350"/>
                </a:cubicBezTo>
                <a:cubicBezTo>
                  <a:pt x="650081" y="142326"/>
                  <a:pt x="632883" y="150283"/>
                  <a:pt x="615950" y="158750"/>
                </a:cubicBezTo>
                <a:cubicBezTo>
                  <a:pt x="607483" y="162983"/>
                  <a:pt x="598426" y="166199"/>
                  <a:pt x="590550" y="171450"/>
                </a:cubicBezTo>
                <a:cubicBezTo>
                  <a:pt x="577850" y="179917"/>
                  <a:pt x="567417" y="193857"/>
                  <a:pt x="552450" y="196850"/>
                </a:cubicBezTo>
                <a:lnTo>
                  <a:pt x="520700" y="203200"/>
                </a:lnTo>
                <a:cubicBezTo>
                  <a:pt x="514350" y="207433"/>
                  <a:pt x="508476" y="212487"/>
                  <a:pt x="501650" y="215900"/>
                </a:cubicBezTo>
                <a:cubicBezTo>
                  <a:pt x="492540" y="220455"/>
                  <a:pt x="465338" y="226565"/>
                  <a:pt x="457200" y="228600"/>
                </a:cubicBezTo>
                <a:cubicBezTo>
                  <a:pt x="402605" y="264996"/>
                  <a:pt x="471680" y="221360"/>
                  <a:pt x="419100" y="247650"/>
                </a:cubicBezTo>
                <a:cubicBezTo>
                  <a:pt x="412274" y="251063"/>
                  <a:pt x="406594" y="256423"/>
                  <a:pt x="400050" y="260350"/>
                </a:cubicBezTo>
                <a:cubicBezTo>
                  <a:pt x="395991" y="262785"/>
                  <a:pt x="391583" y="264583"/>
                  <a:pt x="387350" y="2667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중괄호 10"/>
          <p:cNvSpPr/>
          <p:nvPr/>
        </p:nvSpPr>
        <p:spPr>
          <a:xfrm>
            <a:off x="7786710" y="4786322"/>
            <a:ext cx="142876" cy="4286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786578" y="5429264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검색할때마다</a:t>
            </a:r>
            <a:r>
              <a:rPr lang="ko-KR" altLang="en-US" sz="1200" dirty="0" smtClean="0"/>
              <a:t> 다른 </a:t>
            </a:r>
            <a:r>
              <a:rPr lang="ko-KR" altLang="en-US" sz="1200" dirty="0" err="1" smtClean="0"/>
              <a:t>컬럼이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사용된다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13" name="자유형 12"/>
          <p:cNvSpPr/>
          <p:nvPr/>
        </p:nvSpPr>
        <p:spPr>
          <a:xfrm>
            <a:off x="6711950" y="4972050"/>
            <a:ext cx="1398666" cy="552450"/>
          </a:xfrm>
          <a:custGeom>
            <a:avLst/>
            <a:gdLst>
              <a:gd name="connsiteX0" fmla="*/ 1295400 w 1398666"/>
              <a:gd name="connsiteY0" fmla="*/ 0 h 552450"/>
              <a:gd name="connsiteX1" fmla="*/ 1314450 w 1398666"/>
              <a:gd name="connsiteY1" fmla="*/ 6350 h 552450"/>
              <a:gd name="connsiteX2" fmla="*/ 1352550 w 1398666"/>
              <a:gd name="connsiteY2" fmla="*/ 44450 h 552450"/>
              <a:gd name="connsiteX3" fmla="*/ 1377950 w 1398666"/>
              <a:gd name="connsiteY3" fmla="*/ 88900 h 552450"/>
              <a:gd name="connsiteX4" fmla="*/ 1384300 w 1398666"/>
              <a:gd name="connsiteY4" fmla="*/ 114300 h 552450"/>
              <a:gd name="connsiteX5" fmla="*/ 1397000 w 1398666"/>
              <a:gd name="connsiteY5" fmla="*/ 133350 h 552450"/>
              <a:gd name="connsiteX6" fmla="*/ 1390650 w 1398666"/>
              <a:gd name="connsiteY6" fmla="*/ 203200 h 552450"/>
              <a:gd name="connsiteX7" fmla="*/ 1371600 w 1398666"/>
              <a:gd name="connsiteY7" fmla="*/ 222250 h 552450"/>
              <a:gd name="connsiteX8" fmla="*/ 1295400 w 1398666"/>
              <a:gd name="connsiteY8" fmla="*/ 254000 h 552450"/>
              <a:gd name="connsiteX9" fmla="*/ 1276350 w 1398666"/>
              <a:gd name="connsiteY9" fmla="*/ 260350 h 552450"/>
              <a:gd name="connsiteX10" fmla="*/ 1244600 w 1398666"/>
              <a:gd name="connsiteY10" fmla="*/ 266700 h 552450"/>
              <a:gd name="connsiteX11" fmla="*/ 1206500 w 1398666"/>
              <a:gd name="connsiteY11" fmla="*/ 279400 h 552450"/>
              <a:gd name="connsiteX12" fmla="*/ 1130300 w 1398666"/>
              <a:gd name="connsiteY12" fmla="*/ 292100 h 552450"/>
              <a:gd name="connsiteX13" fmla="*/ 1085850 w 1398666"/>
              <a:gd name="connsiteY13" fmla="*/ 298450 h 552450"/>
              <a:gd name="connsiteX14" fmla="*/ 1054100 w 1398666"/>
              <a:gd name="connsiteY14" fmla="*/ 304800 h 552450"/>
              <a:gd name="connsiteX15" fmla="*/ 901700 w 1398666"/>
              <a:gd name="connsiteY15" fmla="*/ 317500 h 552450"/>
              <a:gd name="connsiteX16" fmla="*/ 755650 w 1398666"/>
              <a:gd name="connsiteY16" fmla="*/ 323850 h 552450"/>
              <a:gd name="connsiteX17" fmla="*/ 419100 w 1398666"/>
              <a:gd name="connsiteY17" fmla="*/ 330200 h 552450"/>
              <a:gd name="connsiteX18" fmla="*/ 298450 w 1398666"/>
              <a:gd name="connsiteY18" fmla="*/ 349250 h 552450"/>
              <a:gd name="connsiteX19" fmla="*/ 241300 w 1398666"/>
              <a:gd name="connsiteY19" fmla="*/ 355600 h 552450"/>
              <a:gd name="connsiteX20" fmla="*/ 222250 w 1398666"/>
              <a:gd name="connsiteY20" fmla="*/ 361950 h 552450"/>
              <a:gd name="connsiteX21" fmla="*/ 177800 w 1398666"/>
              <a:gd name="connsiteY21" fmla="*/ 374650 h 552450"/>
              <a:gd name="connsiteX22" fmla="*/ 152400 w 1398666"/>
              <a:gd name="connsiteY22" fmla="*/ 387350 h 552450"/>
              <a:gd name="connsiteX23" fmla="*/ 120650 w 1398666"/>
              <a:gd name="connsiteY23" fmla="*/ 393700 h 552450"/>
              <a:gd name="connsiteX24" fmla="*/ 101600 w 1398666"/>
              <a:gd name="connsiteY24" fmla="*/ 400050 h 552450"/>
              <a:gd name="connsiteX25" fmla="*/ 76200 w 1398666"/>
              <a:gd name="connsiteY25" fmla="*/ 406400 h 552450"/>
              <a:gd name="connsiteX26" fmla="*/ 57150 w 1398666"/>
              <a:gd name="connsiteY26" fmla="*/ 419100 h 552450"/>
              <a:gd name="connsiteX27" fmla="*/ 31750 w 1398666"/>
              <a:gd name="connsiteY27" fmla="*/ 438150 h 552450"/>
              <a:gd name="connsiteX28" fmla="*/ 6350 w 1398666"/>
              <a:gd name="connsiteY28" fmla="*/ 444500 h 552450"/>
              <a:gd name="connsiteX29" fmla="*/ 0 w 1398666"/>
              <a:gd name="connsiteY29" fmla="*/ 463550 h 552450"/>
              <a:gd name="connsiteX30" fmla="*/ 25400 w 1398666"/>
              <a:gd name="connsiteY30" fmla="*/ 508000 h 552450"/>
              <a:gd name="connsiteX31" fmla="*/ 44450 w 1398666"/>
              <a:gd name="connsiteY31" fmla="*/ 520700 h 552450"/>
              <a:gd name="connsiteX32" fmla="*/ 63500 w 1398666"/>
              <a:gd name="connsiteY32" fmla="*/ 527050 h 552450"/>
              <a:gd name="connsiteX33" fmla="*/ 82550 w 1398666"/>
              <a:gd name="connsiteY33" fmla="*/ 539750 h 552450"/>
              <a:gd name="connsiteX34" fmla="*/ 114300 w 1398666"/>
              <a:gd name="connsiteY34" fmla="*/ 546100 h 552450"/>
              <a:gd name="connsiteX35" fmla="*/ 133350 w 1398666"/>
              <a:gd name="connsiteY35" fmla="*/ 55245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398666" h="552450">
                <a:moveTo>
                  <a:pt x="1295400" y="0"/>
                </a:moveTo>
                <a:cubicBezTo>
                  <a:pt x="1301750" y="2117"/>
                  <a:pt x="1309166" y="2241"/>
                  <a:pt x="1314450" y="6350"/>
                </a:cubicBezTo>
                <a:cubicBezTo>
                  <a:pt x="1328627" y="17377"/>
                  <a:pt x="1344518" y="28386"/>
                  <a:pt x="1352550" y="44450"/>
                </a:cubicBezTo>
                <a:cubicBezTo>
                  <a:pt x="1368663" y="76676"/>
                  <a:pt x="1359999" y="61974"/>
                  <a:pt x="1377950" y="88900"/>
                </a:cubicBezTo>
                <a:cubicBezTo>
                  <a:pt x="1380067" y="97367"/>
                  <a:pt x="1380862" y="106278"/>
                  <a:pt x="1384300" y="114300"/>
                </a:cubicBezTo>
                <a:cubicBezTo>
                  <a:pt x="1387306" y="121315"/>
                  <a:pt x="1396456" y="125738"/>
                  <a:pt x="1397000" y="133350"/>
                </a:cubicBezTo>
                <a:cubicBezTo>
                  <a:pt x="1398666" y="156670"/>
                  <a:pt x="1397073" y="180720"/>
                  <a:pt x="1390650" y="203200"/>
                </a:cubicBezTo>
                <a:cubicBezTo>
                  <a:pt x="1388183" y="211835"/>
                  <a:pt x="1378689" y="216737"/>
                  <a:pt x="1371600" y="222250"/>
                </a:cubicBezTo>
                <a:cubicBezTo>
                  <a:pt x="1326248" y="257524"/>
                  <a:pt x="1345636" y="242836"/>
                  <a:pt x="1295400" y="254000"/>
                </a:cubicBezTo>
                <a:cubicBezTo>
                  <a:pt x="1288866" y="255452"/>
                  <a:pt x="1282844" y="258727"/>
                  <a:pt x="1276350" y="260350"/>
                </a:cubicBezTo>
                <a:cubicBezTo>
                  <a:pt x="1265879" y="262968"/>
                  <a:pt x="1255013" y="263860"/>
                  <a:pt x="1244600" y="266700"/>
                </a:cubicBezTo>
                <a:cubicBezTo>
                  <a:pt x="1231685" y="270222"/>
                  <a:pt x="1219705" y="277199"/>
                  <a:pt x="1206500" y="279400"/>
                </a:cubicBezTo>
                <a:cubicBezTo>
                  <a:pt x="1181100" y="283633"/>
                  <a:pt x="1155792" y="288458"/>
                  <a:pt x="1130300" y="292100"/>
                </a:cubicBezTo>
                <a:cubicBezTo>
                  <a:pt x="1115483" y="294217"/>
                  <a:pt x="1100613" y="295989"/>
                  <a:pt x="1085850" y="298450"/>
                </a:cubicBezTo>
                <a:cubicBezTo>
                  <a:pt x="1075204" y="300224"/>
                  <a:pt x="1064798" y="303374"/>
                  <a:pt x="1054100" y="304800"/>
                </a:cubicBezTo>
                <a:cubicBezTo>
                  <a:pt x="1017447" y="309687"/>
                  <a:pt x="933039" y="315806"/>
                  <a:pt x="901700" y="317500"/>
                </a:cubicBezTo>
                <a:cubicBezTo>
                  <a:pt x="853042" y="320130"/>
                  <a:pt x="804362" y="322568"/>
                  <a:pt x="755650" y="323850"/>
                </a:cubicBezTo>
                <a:lnTo>
                  <a:pt x="419100" y="330200"/>
                </a:lnTo>
                <a:cubicBezTo>
                  <a:pt x="379707" y="336765"/>
                  <a:pt x="338417" y="344254"/>
                  <a:pt x="298450" y="349250"/>
                </a:cubicBezTo>
                <a:cubicBezTo>
                  <a:pt x="279431" y="351627"/>
                  <a:pt x="260350" y="353483"/>
                  <a:pt x="241300" y="355600"/>
                </a:cubicBezTo>
                <a:cubicBezTo>
                  <a:pt x="234950" y="357717"/>
                  <a:pt x="228686" y="360111"/>
                  <a:pt x="222250" y="361950"/>
                </a:cubicBezTo>
                <a:cubicBezTo>
                  <a:pt x="206138" y="366553"/>
                  <a:pt x="193025" y="368125"/>
                  <a:pt x="177800" y="374650"/>
                </a:cubicBezTo>
                <a:cubicBezTo>
                  <a:pt x="169099" y="378379"/>
                  <a:pt x="161380" y="384357"/>
                  <a:pt x="152400" y="387350"/>
                </a:cubicBezTo>
                <a:cubicBezTo>
                  <a:pt x="142161" y="390763"/>
                  <a:pt x="131121" y="391082"/>
                  <a:pt x="120650" y="393700"/>
                </a:cubicBezTo>
                <a:cubicBezTo>
                  <a:pt x="114156" y="395323"/>
                  <a:pt x="108036" y="398211"/>
                  <a:pt x="101600" y="400050"/>
                </a:cubicBezTo>
                <a:cubicBezTo>
                  <a:pt x="93209" y="402448"/>
                  <a:pt x="84667" y="404283"/>
                  <a:pt x="76200" y="406400"/>
                </a:cubicBezTo>
                <a:cubicBezTo>
                  <a:pt x="69850" y="410633"/>
                  <a:pt x="63360" y="414664"/>
                  <a:pt x="57150" y="419100"/>
                </a:cubicBezTo>
                <a:cubicBezTo>
                  <a:pt x="48538" y="425251"/>
                  <a:pt x="41216" y="433417"/>
                  <a:pt x="31750" y="438150"/>
                </a:cubicBezTo>
                <a:cubicBezTo>
                  <a:pt x="23944" y="442053"/>
                  <a:pt x="14817" y="442383"/>
                  <a:pt x="6350" y="444500"/>
                </a:cubicBezTo>
                <a:cubicBezTo>
                  <a:pt x="4233" y="450850"/>
                  <a:pt x="0" y="456857"/>
                  <a:pt x="0" y="463550"/>
                </a:cubicBezTo>
                <a:cubicBezTo>
                  <a:pt x="0" y="486470"/>
                  <a:pt x="8954" y="494295"/>
                  <a:pt x="25400" y="508000"/>
                </a:cubicBezTo>
                <a:cubicBezTo>
                  <a:pt x="31263" y="512886"/>
                  <a:pt x="37624" y="517287"/>
                  <a:pt x="44450" y="520700"/>
                </a:cubicBezTo>
                <a:cubicBezTo>
                  <a:pt x="50437" y="523693"/>
                  <a:pt x="57513" y="524057"/>
                  <a:pt x="63500" y="527050"/>
                </a:cubicBezTo>
                <a:cubicBezTo>
                  <a:pt x="70326" y="530463"/>
                  <a:pt x="75404" y="537070"/>
                  <a:pt x="82550" y="539750"/>
                </a:cubicBezTo>
                <a:cubicBezTo>
                  <a:pt x="92656" y="543540"/>
                  <a:pt x="103829" y="543482"/>
                  <a:pt x="114300" y="546100"/>
                </a:cubicBezTo>
                <a:cubicBezTo>
                  <a:pt x="120794" y="547723"/>
                  <a:pt x="133350" y="552450"/>
                  <a:pt x="133350" y="5524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rot="10800000">
            <a:off x="3857620" y="3214686"/>
            <a:ext cx="3071834" cy="24288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85728"/>
            <a:ext cx="2286016" cy="33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폭발 2 4"/>
          <p:cNvSpPr/>
          <p:nvPr/>
        </p:nvSpPr>
        <p:spPr>
          <a:xfrm>
            <a:off x="1357290" y="285728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57224" y="785794"/>
            <a:ext cx="36086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1.</a:t>
            </a:r>
            <a:r>
              <a:rPr lang="ko-KR" altLang="en-US" sz="1200" dirty="0" smtClean="0"/>
              <a:t>검색 값이 없다면 전체 레코드가 검색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2. </a:t>
            </a:r>
            <a:r>
              <a:rPr lang="ko-KR" altLang="en-US" sz="1200" dirty="0" smtClean="0"/>
              <a:t>검색 값이 있다면 </a:t>
            </a:r>
            <a:r>
              <a:rPr lang="ko-KR" altLang="en-US" sz="1200" dirty="0" err="1" smtClean="0"/>
              <a:t>검색값에</a:t>
            </a:r>
            <a:r>
              <a:rPr lang="ko-KR" altLang="en-US" sz="1200" dirty="0" smtClean="0"/>
              <a:t> 대한 레코드가 검색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endParaRPr lang="ko-KR" altLang="en-US" sz="1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1000108"/>
            <a:ext cx="3143272" cy="258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1714488"/>
            <a:ext cx="5538791" cy="175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00100" y="2071678"/>
            <a:ext cx="5929354" cy="18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00100" y="2428868"/>
            <a:ext cx="5381629" cy="191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직선 화살표 연결선 10"/>
          <p:cNvCxnSpPr/>
          <p:nvPr/>
        </p:nvCxnSpPr>
        <p:spPr>
          <a:xfrm rot="5400000">
            <a:off x="5357818" y="1285860"/>
            <a:ext cx="500066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rot="10800000" flipV="1">
            <a:off x="6072198" y="1500174"/>
            <a:ext cx="1071570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rot="10800000" flipV="1">
            <a:off x="5572132" y="2000240"/>
            <a:ext cx="1857388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rot="10800000" flipV="1">
            <a:off x="4286248" y="714356"/>
            <a:ext cx="571504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903484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*pagination</a:t>
            </a:r>
          </a:p>
          <a:p>
            <a:pPr>
              <a:buFontTx/>
              <a:buChar char="-"/>
            </a:pPr>
            <a:r>
              <a:rPr lang="ko-KR" altLang="en-US" sz="1600" dirty="0" smtClean="0"/>
              <a:t>많은 레코드로 인해 여러 페이지가 생성되고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해당페이지 간 페이지 이동을 </a:t>
            </a:r>
            <a:r>
              <a:rPr lang="ko-KR" altLang="en-US" sz="1600" dirty="0" err="1" smtClean="0"/>
              <a:t>하기위해서</a:t>
            </a:r>
            <a:r>
              <a:rPr lang="en-US" altLang="ko-KR" sz="1600" dirty="0" smtClean="0"/>
              <a:t>.</a:t>
            </a:r>
          </a:p>
          <a:p>
            <a:pPr>
              <a:buFontTx/>
              <a:buChar char="-"/>
            </a:pPr>
            <a:r>
              <a:rPr lang="en-US" altLang="ko-KR" sz="1600" dirty="0" smtClean="0"/>
              <a:t>7 </a:t>
            </a:r>
            <a:r>
              <a:rPr lang="ko-KR" altLang="en-US" sz="1600" dirty="0" smtClean="0"/>
              <a:t>단계로 생성</a:t>
            </a:r>
            <a:r>
              <a:rPr lang="en-US" altLang="ko-KR" sz="1600" dirty="0" smtClean="0"/>
              <a:t>.</a:t>
            </a:r>
          </a:p>
          <a:p>
            <a:pPr>
              <a:buFontTx/>
              <a:buChar char="-"/>
            </a:pPr>
            <a:r>
              <a:rPr lang="en-US" altLang="ko-KR" sz="1600" dirty="0" smtClean="0"/>
              <a:t> </a:t>
            </a:r>
            <a:endParaRPr lang="en-US" altLang="ko-KR" sz="1600" dirty="0"/>
          </a:p>
          <a:p>
            <a:r>
              <a:rPr lang="en-US" altLang="ko-KR" sz="1600" dirty="0" smtClean="0"/>
              <a:t>  [&lt;&lt;] … [1][2][3] … [&gt;&gt;]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1.</a:t>
            </a:r>
            <a:r>
              <a:rPr lang="ko-KR" altLang="en-US" sz="1600" dirty="0" smtClean="0"/>
              <a:t>한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화면에 보여줄 </a:t>
            </a:r>
            <a:r>
              <a:rPr lang="en-US" altLang="ko-KR" sz="1600" dirty="0" smtClean="0"/>
              <a:t>pagination</a:t>
            </a:r>
            <a:r>
              <a:rPr lang="ko-KR" altLang="en-US" sz="1600" dirty="0" smtClean="0"/>
              <a:t>의 수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pageNumber</a:t>
            </a:r>
            <a:r>
              <a:rPr lang="en-US" altLang="ko-KR" sz="1600" dirty="0" smtClean="0"/>
              <a:t>=3;</a:t>
            </a:r>
            <a:endParaRPr lang="en-US" altLang="ko-KR" sz="1600" dirty="0"/>
          </a:p>
          <a:p>
            <a:r>
              <a:rPr lang="en-US" altLang="ko-KR" sz="1600" dirty="0" smtClean="0"/>
              <a:t>2.</a:t>
            </a:r>
            <a:r>
              <a:rPr lang="ko-KR" altLang="en-US" sz="1600" dirty="0" smtClean="0"/>
              <a:t>화면에 보여줄 시작페이지 번호</a:t>
            </a:r>
            <a:r>
              <a:rPr lang="en-US" altLang="ko-KR" sz="1600" dirty="0" smtClean="0"/>
              <a:t>. 1,2,3 =&gt;1,  4,5,6 =&gt;4, 7,8,9=&gt;7, 10,11,12 -&gt;10</a:t>
            </a:r>
          </a:p>
          <a:p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startPage</a:t>
            </a:r>
            <a:r>
              <a:rPr lang="en-US" altLang="ko-KR" sz="1600" dirty="0" smtClean="0"/>
              <a:t>=((currentPage-1)/</a:t>
            </a:r>
            <a:r>
              <a:rPr lang="en-US" altLang="ko-KR" sz="1600" dirty="0" err="1" smtClean="0"/>
              <a:t>pageNumber</a:t>
            </a:r>
            <a:r>
              <a:rPr lang="en-US" altLang="ko-KR" sz="1600" dirty="0" smtClean="0"/>
              <a:t>)*</a:t>
            </a:r>
            <a:r>
              <a:rPr lang="en-US" altLang="ko-KR" sz="1600" dirty="0" err="1" smtClean="0"/>
              <a:t>pageNumber</a:t>
            </a:r>
            <a:r>
              <a:rPr lang="en-US" altLang="ko-KR" sz="1600" dirty="0" smtClean="0"/>
              <a:t> +1;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3.</a:t>
            </a:r>
            <a:r>
              <a:rPr lang="ko-KR" altLang="en-US" sz="1600" dirty="0" smtClean="0"/>
              <a:t>화면에 보여줄 마지막 페이지 번호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endPage</a:t>
            </a:r>
            <a:r>
              <a:rPr lang="en-US" altLang="ko-KR" sz="1600" dirty="0" smtClean="0"/>
              <a:t>= (((</a:t>
            </a:r>
            <a:r>
              <a:rPr lang="en-US" altLang="ko-KR" sz="1600" dirty="0" smtClean="0"/>
              <a:t>startPage-1)+</a:t>
            </a:r>
            <a:r>
              <a:rPr lang="en-US" altLang="ko-KR" sz="1600" dirty="0" err="1" smtClean="0"/>
              <a:t>pageNumber</a:t>
            </a:r>
            <a:r>
              <a:rPr lang="en-US" altLang="ko-KR" sz="1600" dirty="0" smtClean="0"/>
              <a:t>)/</a:t>
            </a:r>
            <a:r>
              <a:rPr lang="en-US" altLang="ko-KR" sz="1600" dirty="0" err="1" smtClean="0"/>
              <a:t>pageNumber</a:t>
            </a:r>
            <a:r>
              <a:rPr lang="en-US" altLang="ko-KR" sz="1600" dirty="0" smtClean="0"/>
              <a:t>)* </a:t>
            </a:r>
            <a:r>
              <a:rPr lang="en-US" altLang="ko-KR" sz="1600" dirty="0" err="1" smtClean="0"/>
              <a:t>pageNumber</a:t>
            </a:r>
            <a:r>
              <a:rPr lang="en-US" altLang="ko-KR" sz="1600" dirty="0" smtClean="0"/>
              <a:t>;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4. </a:t>
            </a:r>
            <a:r>
              <a:rPr lang="ko-KR" altLang="en-US" sz="1600" dirty="0" err="1" smtClean="0"/>
              <a:t>총페이지</a:t>
            </a:r>
            <a:r>
              <a:rPr lang="ko-KR" altLang="en-US" sz="1600" dirty="0" smtClean="0"/>
              <a:t> 수가 연산된 마지막 페이지 수보다 작다면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총 페이지 수가 마지막 페이지 수로 설정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if( </a:t>
            </a:r>
            <a:r>
              <a:rPr lang="en-US" altLang="ko-KR" sz="1600" dirty="0" err="1" smtClean="0"/>
              <a:t>totalPage</a:t>
            </a:r>
            <a:r>
              <a:rPr lang="en-US" altLang="ko-KR" sz="1600" dirty="0" smtClean="0"/>
              <a:t> &lt;= </a:t>
            </a:r>
            <a:r>
              <a:rPr lang="en-US" altLang="ko-KR" sz="1600" dirty="0" err="1" smtClean="0"/>
              <a:t>endPage</a:t>
            </a:r>
            <a:r>
              <a:rPr lang="en-US" altLang="ko-KR" sz="1600" dirty="0" smtClean="0"/>
              <a:t>){</a:t>
            </a:r>
          </a:p>
          <a:p>
            <a:r>
              <a:rPr lang="en-US" altLang="ko-KR" sz="1600" dirty="0" smtClean="0"/>
              <a:t>    </a:t>
            </a:r>
            <a:r>
              <a:rPr lang="en-US" altLang="ko-KR" sz="1600" dirty="0" err="1" smtClean="0"/>
              <a:t>endPage</a:t>
            </a:r>
            <a:r>
              <a:rPr lang="en-US" altLang="ko-KR" sz="1600" dirty="0" smtClean="0"/>
              <a:t>=</a:t>
            </a:r>
            <a:r>
              <a:rPr lang="en-US" altLang="ko-KR" sz="1600" dirty="0" err="1" smtClean="0"/>
              <a:t>totalPage</a:t>
            </a:r>
            <a:r>
              <a:rPr lang="en-US" altLang="ko-KR" sz="1600" dirty="0" smtClean="0"/>
              <a:t>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}</a:t>
            </a:r>
          </a:p>
          <a:p>
            <a:endParaRPr lang="en-US" altLang="ko-KR" sz="1600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1142976" y="1500174"/>
            <a:ext cx="64294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191217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5.</a:t>
            </a:r>
            <a:r>
              <a:rPr lang="ko-KR" altLang="en-US" sz="1400" dirty="0" smtClean="0"/>
              <a:t>첫 페이지가 인덱스 화면</a:t>
            </a:r>
            <a:r>
              <a:rPr lang="en-US" altLang="ko-KR" sz="1400" dirty="0" smtClean="0"/>
              <a:t>(1 page)</a:t>
            </a:r>
            <a:r>
              <a:rPr lang="ko-KR" altLang="en-US" sz="1400" dirty="0" smtClean="0"/>
              <a:t>이 아닌 경우</a:t>
            </a:r>
            <a:r>
              <a:rPr lang="en-US" altLang="ko-KR" sz="1400" dirty="0" smtClean="0"/>
              <a:t>. ( [&lt;&lt;] </a:t>
            </a:r>
            <a:r>
              <a:rPr lang="ko-KR" altLang="en-US" sz="1400" dirty="0" smtClean="0"/>
              <a:t>눌렀을 때 이전페이지로 이동 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=0;</a:t>
            </a:r>
          </a:p>
          <a:p>
            <a:r>
              <a:rPr lang="en-US" altLang="ko-KR" sz="1400" dirty="0" err="1" smtClean="0"/>
              <a:t>StringBuilder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prevMark</a:t>
            </a:r>
            <a:r>
              <a:rPr lang="en-US" altLang="ko-KR" sz="1400" dirty="0" smtClean="0"/>
              <a:t>=new </a:t>
            </a:r>
            <a:r>
              <a:rPr lang="en-US" altLang="ko-KR" sz="1400" dirty="0" err="1" smtClean="0"/>
              <a:t>StringBuilder</a:t>
            </a:r>
            <a:r>
              <a:rPr lang="en-US" altLang="ko-KR" sz="1400" dirty="0" smtClean="0"/>
              <a:t>();</a:t>
            </a:r>
          </a:p>
          <a:p>
            <a:r>
              <a:rPr lang="en-US" altLang="ko-KR" sz="1400" dirty="0" err="1" smtClean="0"/>
              <a:t>prevMark.append</a:t>
            </a:r>
            <a:r>
              <a:rPr lang="en-US" altLang="ko-KR" sz="1400" dirty="0" smtClean="0"/>
              <a:t>(“[&amp;</a:t>
            </a:r>
            <a:r>
              <a:rPr lang="en-US" altLang="ko-KR" sz="1400" dirty="0" err="1" smtClean="0"/>
              <a:t>lt</a:t>
            </a:r>
            <a:r>
              <a:rPr lang="en-US" altLang="ko-KR" sz="1400" dirty="0" smtClean="0"/>
              <a:t>;&amp;</a:t>
            </a:r>
            <a:r>
              <a:rPr lang="en-US" altLang="ko-KR" sz="1400" dirty="0" err="1" smtClean="0"/>
              <a:t>lt</a:t>
            </a:r>
            <a:r>
              <a:rPr lang="en-US" altLang="ko-KR" sz="1400" dirty="0" smtClean="0"/>
              <a:t>;]”);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if( </a:t>
            </a:r>
            <a:r>
              <a:rPr lang="en-US" altLang="ko-KR" sz="1400" dirty="0" err="1" smtClean="0"/>
              <a:t>currentPage</a:t>
            </a:r>
            <a:r>
              <a:rPr lang="en-US" altLang="ko-KR" sz="1400" dirty="0" smtClean="0"/>
              <a:t> &gt; </a:t>
            </a:r>
            <a:r>
              <a:rPr lang="en-US" altLang="ko-KR" sz="1400" dirty="0" err="1" smtClean="0"/>
              <a:t>pageNumber</a:t>
            </a:r>
            <a:r>
              <a:rPr lang="en-US" altLang="ko-KR" sz="1400" dirty="0" smtClean="0"/>
              <a:t>){ // </a:t>
            </a:r>
            <a:r>
              <a:rPr lang="en-US" altLang="ko-KR" sz="1400" b="1" dirty="0" smtClean="0"/>
              <a:t>4</a:t>
            </a:r>
            <a:r>
              <a:rPr lang="en-US" altLang="ko-KR" sz="1400" dirty="0" smtClean="0"/>
              <a:t> &gt; 3</a:t>
            </a:r>
          </a:p>
          <a:p>
            <a:r>
              <a:rPr lang="en-US" altLang="ko-KR" sz="1400" dirty="0" smtClean="0"/>
              <a:t>     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=startPage-1;</a:t>
            </a:r>
          </a:p>
          <a:p>
            <a:r>
              <a:rPr lang="en-US" altLang="ko-KR" sz="1400" dirty="0" smtClean="0"/>
              <a:t>     </a:t>
            </a:r>
            <a:r>
              <a:rPr lang="en-US" altLang="ko-KR" sz="1400" dirty="0" err="1" smtClean="0"/>
              <a:t>prevMark.</a:t>
            </a:r>
            <a:r>
              <a:rPr lang="en-US" altLang="ko-KR" sz="1400" dirty="0" err="1" smtClean="0"/>
              <a:t>delete</a:t>
            </a:r>
            <a:r>
              <a:rPr lang="en-US" altLang="ko-KR" sz="1400" dirty="0" smtClean="0"/>
              <a:t>(0,prevMark.length());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en-US" altLang="ko-KR" sz="1400" dirty="0" err="1" smtClean="0"/>
              <a:t>prevMark.append</a:t>
            </a:r>
            <a:r>
              <a:rPr lang="en-US" altLang="ko-KR" sz="1400" dirty="0" smtClean="0"/>
              <a:t>(“[ &lt;a </a:t>
            </a:r>
            <a:r>
              <a:rPr lang="en-US" altLang="ko-KR" sz="1400" dirty="0" err="1" smtClean="0"/>
              <a:t>href</a:t>
            </a:r>
            <a:r>
              <a:rPr lang="en-US" altLang="ko-KR" sz="1400" dirty="0" smtClean="0"/>
              <a:t>=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‘</a:t>
            </a:r>
            <a:r>
              <a:rPr lang="en-US" altLang="ko-KR" sz="1400" dirty="0" smtClean="0"/>
              <a:t>“).append( </a:t>
            </a:r>
            <a:r>
              <a:rPr lang="en-US" altLang="ko-KR" sz="1400" dirty="0" err="1" smtClean="0"/>
              <a:t>url</a:t>
            </a:r>
            <a:r>
              <a:rPr lang="en-US" altLang="ko-KR" sz="1400" dirty="0" smtClean="0"/>
              <a:t> ).append(“?</a:t>
            </a:r>
            <a:r>
              <a:rPr lang="en-US" altLang="ko-KR" sz="1400" dirty="0" err="1" smtClean="0"/>
              <a:t>currentPage</a:t>
            </a:r>
            <a:r>
              <a:rPr lang="en-US" altLang="ko-KR" sz="1400" dirty="0" smtClean="0"/>
              <a:t>=“)</a:t>
            </a:r>
          </a:p>
          <a:p>
            <a:r>
              <a:rPr lang="en-US" altLang="ko-KR" sz="1400" dirty="0" smtClean="0"/>
              <a:t>      .append( 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 </a:t>
            </a:r>
            <a:r>
              <a:rPr lang="en-US" altLang="ko-KR" sz="1400" dirty="0" smtClean="0"/>
              <a:t>); //</a:t>
            </a:r>
            <a:r>
              <a:rPr lang="ko-KR" altLang="en-US" sz="1400" dirty="0" smtClean="0"/>
              <a:t>이전페이지로 이동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if( keyword!= null &amp;&amp; !</a:t>
            </a:r>
            <a:r>
              <a:rPr lang="en-US" altLang="ko-KR" sz="1400" dirty="0" err="1" smtClean="0"/>
              <a:t>keyword.isEmpty</a:t>
            </a:r>
            <a:r>
              <a:rPr lang="en-US" altLang="ko-KR" sz="1400" dirty="0" smtClean="0"/>
              <a:t>() ){</a:t>
            </a:r>
          </a:p>
          <a:p>
            <a:r>
              <a:rPr lang="en-US" altLang="ko-KR" sz="1400" dirty="0" smtClean="0"/>
              <a:t>       </a:t>
            </a:r>
            <a:r>
              <a:rPr lang="en-US" altLang="ko-KR" sz="1400" dirty="0" err="1" smtClean="0"/>
              <a:t>prevMark.append</a:t>
            </a:r>
            <a:r>
              <a:rPr lang="en-US" altLang="ko-KR" sz="1400" dirty="0" smtClean="0"/>
              <a:t>(“&amp;field=”).append( field ).append(“&amp;keyword=“).append(keyword);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}//end if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prevMark.append</a:t>
            </a:r>
            <a:r>
              <a:rPr lang="en-US" altLang="ko-KR" sz="1400" dirty="0" smtClean="0"/>
              <a:t>(“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’</a:t>
            </a:r>
            <a:r>
              <a:rPr lang="en-US" altLang="ko-KR" sz="1400" dirty="0" smtClean="0"/>
              <a:t>&gt;&amp;</a:t>
            </a:r>
            <a:r>
              <a:rPr lang="en-US" altLang="ko-KR" sz="1400" dirty="0" err="1" smtClean="0"/>
              <a:t>lt</a:t>
            </a:r>
            <a:r>
              <a:rPr lang="en-US" altLang="ko-KR" sz="1400" dirty="0" smtClean="0"/>
              <a:t>;&amp;</a:t>
            </a:r>
            <a:r>
              <a:rPr lang="en-US" altLang="ko-KR" sz="1400" dirty="0" err="1" smtClean="0"/>
              <a:t>lt</a:t>
            </a:r>
            <a:r>
              <a:rPr lang="en-US" altLang="ko-KR" sz="1400" dirty="0" smtClean="0"/>
              <a:t>;&lt;/a&gt;”);</a:t>
            </a:r>
            <a:endParaRPr lang="en-US" altLang="ko-KR" sz="1400" dirty="0"/>
          </a:p>
          <a:p>
            <a:r>
              <a:rPr lang="en-US" altLang="ko-KR" sz="1400" dirty="0" smtClean="0"/>
              <a:t> }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6.</a:t>
            </a:r>
            <a:r>
              <a:rPr lang="ko-KR" altLang="en-US" sz="1400" dirty="0" smtClean="0"/>
              <a:t>시작 페이지 번호부터 끝 페이지 번호까지 화면에 출력</a:t>
            </a:r>
            <a:endParaRPr lang="en-US" altLang="ko-KR" sz="1400" dirty="0" smtClean="0"/>
          </a:p>
          <a:p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=</a:t>
            </a:r>
            <a:r>
              <a:rPr lang="en-US" altLang="ko-KR" sz="1400" dirty="0" err="1" smtClean="0"/>
              <a:t>startPage</a:t>
            </a:r>
            <a:r>
              <a:rPr lang="en-US" altLang="ko-KR" sz="1400" dirty="0" smtClean="0"/>
              <a:t>;</a:t>
            </a:r>
          </a:p>
          <a:p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StringBuilder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pageLink</a:t>
            </a:r>
            <a:r>
              <a:rPr lang="en-US" altLang="ko-KR" sz="1400" dirty="0" smtClean="0"/>
              <a:t>=new </a:t>
            </a:r>
            <a:r>
              <a:rPr lang="en-US" altLang="ko-KR" sz="1400" dirty="0" err="1" smtClean="0"/>
              <a:t>StringBuilder</a:t>
            </a:r>
            <a:r>
              <a:rPr lang="en-US" altLang="ko-KR" sz="1400" dirty="0" smtClean="0"/>
              <a:t>();</a:t>
            </a:r>
          </a:p>
          <a:p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while( 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 &lt;= </a:t>
            </a:r>
            <a:r>
              <a:rPr lang="en-US" altLang="ko-KR" sz="1400" dirty="0" err="1" smtClean="0"/>
              <a:t>endPage</a:t>
            </a:r>
            <a:r>
              <a:rPr lang="en-US" altLang="ko-KR" sz="1400" dirty="0" smtClean="0"/>
              <a:t>){</a:t>
            </a:r>
          </a:p>
          <a:p>
            <a:r>
              <a:rPr lang="en-US" altLang="ko-KR" sz="1400" dirty="0" smtClean="0"/>
              <a:t>    if( 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 == </a:t>
            </a:r>
            <a:r>
              <a:rPr lang="en-US" altLang="ko-KR" sz="1400" dirty="0" err="1" smtClean="0"/>
              <a:t>currentPage</a:t>
            </a:r>
            <a:r>
              <a:rPr lang="en-US" altLang="ko-KR" sz="1400" dirty="0" smtClean="0"/>
              <a:t>){ // </a:t>
            </a:r>
            <a:r>
              <a:rPr lang="ko-KR" altLang="en-US" sz="1400" dirty="0" smtClean="0"/>
              <a:t>현재페이지에 대해서는 링크를 활성화할 필요가 없다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pageLink.append</a:t>
            </a:r>
            <a:r>
              <a:rPr lang="en-US" altLang="ko-KR" sz="1400" dirty="0" smtClean="0"/>
              <a:t>(“[ &lt;span class=‘</a:t>
            </a:r>
            <a:r>
              <a:rPr lang="en-US" altLang="ko-KR" sz="1400" dirty="0" err="1" smtClean="0"/>
              <a:t>currentPage</a:t>
            </a:r>
            <a:r>
              <a:rPr lang="en-US" altLang="ko-KR" sz="1400" dirty="0" smtClean="0"/>
              <a:t>’&gt;“).append( </a:t>
            </a:r>
            <a:r>
              <a:rPr lang="en-US" altLang="ko-KR" sz="1400" dirty="0" err="1" smtClean="0"/>
              <a:t>currentPage</a:t>
            </a:r>
            <a:r>
              <a:rPr lang="en-US" altLang="ko-KR" sz="1400" dirty="0" smtClean="0"/>
              <a:t> ).append(”&lt;/span&gt;]”);</a:t>
            </a:r>
            <a:endParaRPr lang="en-US" altLang="ko-KR" sz="1400" dirty="0" smtClean="0"/>
          </a:p>
          <a:p>
            <a:r>
              <a:rPr lang="en-US" altLang="ko-KR" sz="1400" dirty="0" smtClean="0"/>
              <a:t>    }else{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pageLink.append</a:t>
            </a:r>
            <a:r>
              <a:rPr lang="en-US" altLang="ko-KR" sz="1400" dirty="0" smtClean="0"/>
              <a:t>(“[ &lt;a class=‘</a:t>
            </a:r>
            <a:r>
              <a:rPr lang="en-US" altLang="ko-KR" sz="1400" dirty="0" err="1" smtClean="0"/>
              <a:t>notCurrentPage</a:t>
            </a:r>
            <a:r>
              <a:rPr lang="en-US" altLang="ko-KR" sz="1400" dirty="0" smtClean="0"/>
              <a:t>’ </a:t>
            </a:r>
            <a:r>
              <a:rPr lang="en-US" altLang="ko-KR" sz="1400" dirty="0" err="1" smtClean="0"/>
              <a:t>href</a:t>
            </a:r>
            <a:r>
              <a:rPr lang="en-US" altLang="ko-KR" sz="1400" dirty="0" smtClean="0"/>
              <a:t>=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‘</a:t>
            </a:r>
            <a:r>
              <a:rPr lang="en-US" altLang="ko-KR" sz="1400" dirty="0" smtClean="0"/>
              <a:t>“).append( </a:t>
            </a:r>
            <a:r>
              <a:rPr lang="en-US" altLang="ko-KR" sz="1400" dirty="0" err="1" smtClean="0"/>
              <a:t>url</a:t>
            </a:r>
            <a:r>
              <a:rPr lang="en-US" altLang="ko-KR" sz="1400" dirty="0" smtClean="0"/>
              <a:t> ).append(”?</a:t>
            </a:r>
            <a:r>
              <a:rPr lang="en-US" altLang="ko-KR" sz="1400" dirty="0" err="1" smtClean="0"/>
              <a:t>curren</a:t>
            </a:r>
            <a:r>
              <a:rPr lang="en-US" altLang="ko-KR" sz="1400" dirty="0" err="1" smtClean="0"/>
              <a:t>tPage</a:t>
            </a:r>
            <a:r>
              <a:rPr lang="en-US" altLang="ko-KR" sz="1400" dirty="0" smtClean="0"/>
              <a:t>=</a:t>
            </a:r>
            <a:r>
              <a:rPr lang="en-US" altLang="ko-KR" sz="1400" dirty="0" smtClean="0"/>
              <a:t>”)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append(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).append(“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’</a:t>
            </a:r>
            <a:r>
              <a:rPr lang="en-US" altLang="ko-KR" sz="1400" dirty="0" smtClean="0"/>
              <a:t>&gt;”).append(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).append(“&lt;/a&gt; ]”);</a:t>
            </a:r>
            <a:endParaRPr lang="en-US" altLang="ko-KR" sz="1400" dirty="0" smtClean="0"/>
          </a:p>
          <a:p>
            <a:r>
              <a:rPr lang="en-US" altLang="ko-KR" sz="1400" dirty="0" smtClean="0"/>
              <a:t>     }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movePage</a:t>
            </a:r>
            <a:r>
              <a:rPr lang="en-US" altLang="ko-KR" sz="1400" dirty="0" smtClean="0"/>
              <a:t>++;</a:t>
            </a:r>
          </a:p>
          <a:p>
            <a:r>
              <a:rPr lang="en-US" altLang="ko-KR" sz="1400" dirty="0" smtClean="0"/>
              <a:t>  }</a:t>
            </a:r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endParaRPr lang="ko-KR" altLang="en-US" sz="1400" dirty="0" smtClean="0"/>
          </a:p>
          <a:p>
            <a:endParaRPr lang="ko-KR" altLang="en-US" sz="1400" dirty="0"/>
          </a:p>
        </p:txBody>
      </p:sp>
      <p:cxnSp>
        <p:nvCxnSpPr>
          <p:cNvPr id="5" name="직선 화살표 연결선 4"/>
          <p:cNvCxnSpPr/>
          <p:nvPr/>
        </p:nvCxnSpPr>
        <p:spPr>
          <a:xfrm rot="10800000" flipV="1">
            <a:off x="2571736" y="1214422"/>
            <a:ext cx="2000264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62" y="1071546"/>
            <a:ext cx="3934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3=4-1 &gt; 3</a:t>
            </a:r>
            <a:r>
              <a:rPr lang="ko-KR" altLang="en-US" sz="1400" dirty="0" smtClean="0"/>
              <a:t>인 경우 시작페이지 번호가 </a:t>
            </a:r>
            <a:r>
              <a:rPr lang="en-US" altLang="ko-KR" sz="1400" dirty="0" smtClean="0"/>
              <a:t>1</a:t>
            </a:r>
            <a:r>
              <a:rPr lang="ko-KR" altLang="en-US" sz="1400" dirty="0" err="1" smtClean="0"/>
              <a:t>이된다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4,5,6 -&gt; 1,  7,8,9 -&gt;4,  10, 11, 12 -&gt; 7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743107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7.</a:t>
            </a:r>
            <a:r>
              <a:rPr lang="ko-KR" altLang="en-US" sz="1600" dirty="0" smtClean="0"/>
              <a:t>뒤에 페이지가 더 있는 경우 </a:t>
            </a:r>
            <a:r>
              <a:rPr lang="en-US" altLang="ko-KR" sz="1600" dirty="0" smtClean="0"/>
              <a:t>([&gt;&gt;] </a:t>
            </a:r>
            <a:r>
              <a:rPr lang="ko-KR" altLang="en-US" sz="1600" dirty="0" smtClean="0"/>
              <a:t>눌렀을 때 다음 페이지로 이동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err="1" smtClean="0"/>
              <a:t>StringBuilder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nextMark</a:t>
            </a:r>
            <a:r>
              <a:rPr lang="en-US" altLang="ko-KR" sz="1600" dirty="0" smtClean="0"/>
              <a:t>=new </a:t>
            </a:r>
            <a:r>
              <a:rPr lang="en-US" altLang="ko-KR" sz="1600" dirty="0" err="1" smtClean="0"/>
              <a:t>StringBuilder</a:t>
            </a:r>
            <a:r>
              <a:rPr lang="en-US" altLang="ko-KR" sz="1600" dirty="0" smtClean="0"/>
              <a:t>(“[&amp;</a:t>
            </a:r>
            <a:r>
              <a:rPr lang="en-US" altLang="ko-KR" sz="1600" dirty="0" err="1" smtClean="0"/>
              <a:t>gt</a:t>
            </a:r>
            <a:r>
              <a:rPr lang="en-US" altLang="ko-KR" sz="1600" dirty="0" smtClean="0"/>
              <a:t>;&amp;</a:t>
            </a:r>
            <a:r>
              <a:rPr lang="en-US" altLang="ko-KR" sz="1600" dirty="0" err="1" smtClean="0"/>
              <a:t>gt</a:t>
            </a:r>
            <a:r>
              <a:rPr lang="en-US" altLang="ko-KR" sz="1600" dirty="0" smtClean="0"/>
              <a:t>;]”);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if( </a:t>
            </a:r>
            <a:r>
              <a:rPr lang="en-US" altLang="ko-KR" sz="1600" dirty="0" err="1" smtClean="0"/>
              <a:t>totalPage</a:t>
            </a:r>
            <a:r>
              <a:rPr lang="en-US" altLang="ko-KR" sz="1600" dirty="0" smtClean="0"/>
              <a:t> &gt; </a:t>
            </a:r>
            <a:r>
              <a:rPr lang="en-US" altLang="ko-KR" sz="1600" dirty="0" err="1" smtClean="0"/>
              <a:t>endPage</a:t>
            </a:r>
            <a:r>
              <a:rPr lang="en-US" altLang="ko-KR" sz="1600" dirty="0" smtClean="0"/>
              <a:t> ){</a:t>
            </a:r>
          </a:p>
          <a:p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movePage</a:t>
            </a:r>
            <a:r>
              <a:rPr lang="en-US" altLang="ko-KR" sz="1600" dirty="0" smtClean="0"/>
              <a:t> = endPage+1;</a:t>
            </a:r>
          </a:p>
          <a:p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nextMark.delete</a:t>
            </a:r>
            <a:r>
              <a:rPr lang="en-US" altLang="ko-KR" sz="1600" dirty="0" smtClean="0"/>
              <a:t>(0,nextMark.length());</a:t>
            </a:r>
          </a:p>
          <a:p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nextMark.append</a:t>
            </a:r>
            <a:r>
              <a:rPr lang="en-US" altLang="ko-KR" sz="1600" dirty="0" smtClean="0"/>
              <a:t>(“[ &lt;a class=‘</a:t>
            </a:r>
            <a:r>
              <a:rPr lang="en-US" altLang="ko-KR" sz="1600" dirty="0" err="1" smtClean="0"/>
              <a:t>nextMark</a:t>
            </a:r>
            <a:r>
              <a:rPr lang="en-US" altLang="ko-KR" sz="1600" dirty="0" smtClean="0"/>
              <a:t>’ </a:t>
            </a:r>
            <a:r>
              <a:rPr lang="en-US" altLang="ko-KR" sz="1600" dirty="0" err="1" smtClean="0"/>
              <a:t>href</a:t>
            </a:r>
            <a:r>
              <a:rPr lang="en-US" altLang="ko-KR" sz="1600" dirty="0" smtClean="0"/>
              <a:t>=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‘</a:t>
            </a:r>
            <a:r>
              <a:rPr lang="en-US" altLang="ko-KR" sz="1600" dirty="0" smtClean="0"/>
              <a:t>”).append( </a:t>
            </a:r>
            <a:r>
              <a:rPr lang="en-US" altLang="ko-KR" sz="1600" dirty="0" err="1" smtClean="0"/>
              <a:t>url</a:t>
            </a:r>
            <a:r>
              <a:rPr lang="en-US" altLang="ko-KR" sz="1600" dirty="0" smtClean="0"/>
              <a:t> 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.append(“?</a:t>
            </a:r>
            <a:r>
              <a:rPr lang="en-US" altLang="ko-KR" sz="1600" dirty="0" err="1" smtClean="0"/>
              <a:t>currentPage</a:t>
            </a:r>
            <a:r>
              <a:rPr lang="en-US" altLang="ko-KR" sz="1600" dirty="0" smtClean="0"/>
              <a:t>=“).append( </a:t>
            </a:r>
            <a:r>
              <a:rPr lang="en-US" altLang="ko-KR" sz="1600" dirty="0" err="1" smtClean="0"/>
              <a:t>movePage</a:t>
            </a:r>
            <a:r>
              <a:rPr lang="en-US" altLang="ko-KR" sz="1600" dirty="0" smtClean="0"/>
              <a:t>).append(“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’</a:t>
            </a:r>
            <a:r>
              <a:rPr lang="en-US" altLang="ko-KR" sz="1600" dirty="0" smtClean="0"/>
              <a:t>&gt; &amp;</a:t>
            </a:r>
            <a:r>
              <a:rPr lang="en-US" altLang="ko-KR" sz="1600" dirty="0" err="1" smtClean="0"/>
              <a:t>gt</a:t>
            </a:r>
            <a:r>
              <a:rPr lang="en-US" altLang="ko-KR" sz="1600" dirty="0" smtClean="0"/>
              <a:t>;&amp;</a:t>
            </a:r>
            <a:r>
              <a:rPr lang="en-US" altLang="ko-KR" sz="1600" dirty="0" err="1" smtClean="0"/>
              <a:t>gt</a:t>
            </a:r>
            <a:r>
              <a:rPr lang="en-US" altLang="ko-KR" sz="1600" dirty="0" smtClean="0"/>
              <a:t>;&lt;/a&gt; ]”);</a:t>
            </a:r>
            <a:endParaRPr lang="en-US" altLang="ko-KR" sz="1600" dirty="0"/>
          </a:p>
          <a:p>
            <a:r>
              <a:rPr lang="en-US" altLang="ko-KR" sz="1600" dirty="0" smtClean="0"/>
              <a:t>     </a:t>
            </a:r>
            <a:endParaRPr lang="en-US" altLang="ko-KR" sz="1600" dirty="0"/>
          </a:p>
          <a:p>
            <a:r>
              <a:rPr lang="en-US" altLang="ko-KR" sz="1600" dirty="0" smtClean="0"/>
              <a:t> }</a:t>
            </a:r>
          </a:p>
          <a:p>
            <a:endParaRPr lang="en-US" altLang="ko-KR" sz="16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630</Words>
  <Application>Microsoft Office PowerPoint</Application>
  <PresentationFormat>화면 슬라이드 쇼(4:3)</PresentationFormat>
  <Paragraphs>115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62</cp:revision>
  <dcterms:created xsi:type="dcterms:W3CDTF">2025-12-09T23:44:41Z</dcterms:created>
  <dcterms:modified xsi:type="dcterms:W3CDTF">2025-12-10T07:46:30Z</dcterms:modified>
</cp:coreProperties>
</file>